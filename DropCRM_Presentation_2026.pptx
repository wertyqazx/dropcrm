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e7759052ede47c7" /><Relationship Type="http://schemas.openxmlformats.org/officeDocument/2006/relationships/extended-properties" Target="/docProps/app.xml" Id="R8c61eb7714594496" /><Relationship Type="http://schemas.openxmlformats.org/officeDocument/2006/relationships/officeDocument" Target="/ppt/presentation.xml" Id="R0453a384db7c478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7929f02e6a141b1"/>
  </p:sldMasterIdLst>
  <p:notesMasterIdLst>
    <p:notesMasterId xmlns:r="http://schemas.openxmlformats.org/officeDocument/2006/relationships" r:id="Rff93caa9e9f54965"/>
  </p:notesMasterIdLst>
  <p:sldIdLst>
    <p:sldId xmlns:r="http://schemas.openxmlformats.org/officeDocument/2006/relationships" id="256" r:id="Rc54f584e9a834870"/>
    <p:sldId xmlns:r="http://schemas.openxmlformats.org/officeDocument/2006/relationships" id="257" r:id="R172e4bbab29d4498"/>
    <p:sldId xmlns:r="http://schemas.openxmlformats.org/officeDocument/2006/relationships" id="258" r:id="R9430c9f5917c4a30"/>
    <p:sldId xmlns:r="http://schemas.openxmlformats.org/officeDocument/2006/relationships" id="259" r:id="R8cb1d8723f8a478a"/>
    <p:sldId xmlns:r="http://schemas.openxmlformats.org/officeDocument/2006/relationships" id="260" r:id="Rfee287a60739460e"/>
    <p:sldId xmlns:r="http://schemas.openxmlformats.org/officeDocument/2006/relationships" id="261" r:id="R4ae637120dee427a"/>
    <p:sldId xmlns:r="http://schemas.openxmlformats.org/officeDocument/2006/relationships" id="262" r:id="Rcaccf518b06a4a8a"/>
    <p:sldId xmlns:r="http://schemas.openxmlformats.org/officeDocument/2006/relationships" id="263" r:id="R5e8d7a12362445a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d9b9f31290c46c4" /><Relationship Type="http://schemas.openxmlformats.org/officeDocument/2006/relationships/slideMaster" Target="/ppt/slideMasters/slideMaster1.xml" Id="Re7929f02e6a141b1" /><Relationship Type="http://schemas.openxmlformats.org/officeDocument/2006/relationships/notesMaster" Target="/ppt/notesMasters/notesMaster1.xml" Id="Rff93caa9e9f54965" /><Relationship Type="http://schemas.openxmlformats.org/officeDocument/2006/relationships/presProps" Target="/ppt/presProps.xml" Id="R701f67d9db20405c" /><Relationship Type="http://schemas.openxmlformats.org/officeDocument/2006/relationships/tableStyles" Target="/ppt/tableStyles.xml" Id="R635d1fe11d5049ff" /><Relationship Type="http://schemas.openxmlformats.org/officeDocument/2006/relationships/slide" Target="/ppt/slides/slide1.xml" Id="Rc54f584e9a834870" /><Relationship Type="http://schemas.openxmlformats.org/officeDocument/2006/relationships/slide" Target="/ppt/slides/slide2.xml" Id="R172e4bbab29d4498" /><Relationship Type="http://schemas.openxmlformats.org/officeDocument/2006/relationships/slide" Target="/ppt/slides/slide3.xml" Id="R9430c9f5917c4a30" /><Relationship Type="http://schemas.openxmlformats.org/officeDocument/2006/relationships/slide" Target="/ppt/slides/slide4.xml" Id="R8cb1d8723f8a478a" /><Relationship Type="http://schemas.openxmlformats.org/officeDocument/2006/relationships/slide" Target="/ppt/slides/slide5.xml" Id="Rfee287a60739460e" /><Relationship Type="http://schemas.openxmlformats.org/officeDocument/2006/relationships/slide" Target="/ppt/slides/slide6.xml" Id="R4ae637120dee427a" /><Relationship Type="http://schemas.openxmlformats.org/officeDocument/2006/relationships/slide" Target="/ppt/slides/slide7.xml" Id="Rcaccf518b06a4a8a" /><Relationship Type="http://schemas.openxmlformats.org/officeDocument/2006/relationships/slide" Target="/ppt/slides/slide8.xml" Id="R5e8d7a12362445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cd31d393d840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f3499a8125947c5" /><Relationship Type="http://schemas.openxmlformats.org/officeDocument/2006/relationships/notesMaster" Target="/ppt/notesMasters/notesMaster1.xml" Id="R0cca39741c044f9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461b1bb8d6c40e0" /><Relationship Type="http://schemas.openxmlformats.org/officeDocument/2006/relationships/notesMaster" Target="/ppt/notesMasters/notesMaster1.xml" Id="Rb920a093c1ce416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96570aff0a04575" /><Relationship Type="http://schemas.openxmlformats.org/officeDocument/2006/relationships/notesMaster" Target="/ppt/notesMasters/notesMaster1.xml" Id="R3fd59107ee47482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c9d5a0c817f411e" /><Relationship Type="http://schemas.openxmlformats.org/officeDocument/2006/relationships/notesMaster" Target="/ppt/notesMasters/notesMaster1.xml" Id="R20ecbd82df5449e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07dce69f1e4dba" /><Relationship Type="http://schemas.openxmlformats.org/officeDocument/2006/relationships/notesMaster" Target="/ppt/notesMasters/notesMaster1.xml" Id="R335bd68d36bf4b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b6d2787cc04fe3" /><Relationship Type="http://schemas.openxmlformats.org/officeDocument/2006/relationships/notesMaster" Target="/ppt/notesMasters/notesMaster1.xml" Id="R47ee0d512fe24c2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42286d2e58f4cff" /><Relationship Type="http://schemas.openxmlformats.org/officeDocument/2006/relationships/notesMaster" Target="/ppt/notesMasters/notesMaster1.xml" Id="R60c2b73b32144ce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8b973140e074e07" /><Relationship Type="http://schemas.openxmlformats.org/officeDocument/2006/relationships/notesMaster" Target="/ppt/notesMasters/notesMaster1.xml" Id="R266fb0a318ab4d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визуального материала: предоставленный скриншот страницы «Компоненты и цвета» DropCRM.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Основание: исходное техническое задание DropCRM и актуальные пользовательские истории в репозитории.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DropCRM_TZ.pdf и docs/final-report.md, раздел 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предоставленный PDF «DropCRM — основной пользовательский поток», страница 1. Ссылка на исходный файл Figma есть в README репозитория.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Расчёт: 1890 × 1,25 = 2362,50, показано 2363 ₽. Комиссия 1890 × 2% = 37,80 ₽. Итог 1890 + 250 + 37,80 = 2177,80 ₽. Основание: docs/business-rules.md и локальная проверка frontend/verify.js.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актуальные пользовательские истории и интерактивный прототип Figma по ссылке в README.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 качественное наблюдение автора за двумя родственниками. Формальные задачи, время и цитаты не фиксировались. Источник: docs/usability-testing.md; методика NN/g https://www.nngroup.com/articles/usability-testing-101/.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Репозиторий: https://github.com/wertyqazx/DropCRM. Прототип: https://www.figma.com/design/ui5uMhLfFbQ5jKOqUXEPTE/DropCRM?node-id=22-2745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f9fdfaa7c54eb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2679b845fc4fa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771017ccce4a4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843450079544a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cf5880a3ba4a9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abc0e4da9f4ee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91A5254-21BC-48B6-9FEA-2C65DDD0F3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98FF2AC-D856-4E1B-8ABB-62B6D69BF79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134ACAD-5A08-4F86-8FFC-DDF1989F88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143EDC9-E328-4CD9-AEAF-600D6447C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5F36864-C797-44ED-8ED5-2A370E583B3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BD1B78C-D05E-4758-82F7-005587FE8C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CFAB1B5-D045-4965-BC75-BC09F2DCF9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385A7A6-A90C-4D26-B2EC-7CF842CDD12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AEEA3A3-9E48-4E8D-A7FA-957E954392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59EFEE2-0A1A-4E92-90F7-541B50B2E7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941b065b7864353" /><Relationship Type="http://schemas.openxmlformats.org/officeDocument/2006/relationships/slideLayout" Target="/ppt/slideLayouts/slideLayout1.xml" Id="R88148289915e42bf" /><Relationship Type="http://schemas.openxmlformats.org/officeDocument/2006/relationships/slideLayout" Target="/ppt/slideLayouts/slideLayout2.xml" Id="Rbf021a65b99d47f7" /><Relationship Type="http://schemas.openxmlformats.org/officeDocument/2006/relationships/slideLayout" Target="/ppt/slideLayouts/slideLayout3.xml" Id="Rc412c4b6701a4231" /><Relationship Type="http://schemas.openxmlformats.org/officeDocument/2006/relationships/slideLayout" Target="/ppt/slideLayouts/slideLayout4.xml" Id="Rccc3bbf3c72f4fee" /><Relationship Type="http://schemas.openxmlformats.org/officeDocument/2006/relationships/slideLayout" Target="/ppt/slideLayouts/slideLayout5.xml" Id="Rf9cdbfbc80eb41bc" /><Relationship Type="http://schemas.openxmlformats.org/officeDocument/2006/relationships/slideLayout" Target="/ppt/slideLayouts/slideLayout6.xml" Id="R49a730a99f28416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148289915e42bf"/>
    <p:sldLayoutId xmlns:r="http://schemas.openxmlformats.org/officeDocument/2006/relationships" id="2147483650" r:id="Rbf021a65b99d47f7"/>
    <p:sldLayoutId xmlns:r="http://schemas.openxmlformats.org/officeDocument/2006/relationships" id="2147483651" r:id="Rc412c4b6701a4231"/>
    <p:sldLayoutId xmlns:r="http://schemas.openxmlformats.org/officeDocument/2006/relationships" id="2147483652" r:id="Rccc3bbf3c72f4fee"/>
    <p:sldLayoutId xmlns:r="http://schemas.openxmlformats.org/officeDocument/2006/relationships" id="2147483653" r:id="Rf9cdbfbc80eb41bc"/>
    <p:sldLayoutId xmlns:r="http://schemas.openxmlformats.org/officeDocument/2006/relationships" id="2147483654" r:id="R49a730a99f28416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538ab4b2624032" /><Relationship Type="http://schemas.openxmlformats.org/officeDocument/2006/relationships/image" Target="/ppt/media/image.png" Id="R7eaa1ad4033c42f0" /><Relationship Type="http://schemas.openxmlformats.org/officeDocument/2006/relationships/notesSlide" Target="/ppt/notesSlides/notesSlide1.xml" Id="Rcc9babc4c922473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74baa8ad444bf7" /><Relationship Type="http://schemas.openxmlformats.org/officeDocument/2006/relationships/notesSlide" Target="/ppt/notesSlides/notesSlide2.xml" Id="Rbd6318374d234b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3ac556a09e49dc" /><Relationship Type="http://schemas.openxmlformats.org/officeDocument/2006/relationships/notesSlide" Target="/ppt/notesSlides/notesSlide3.xml" Id="Rd3f109f671134f6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4a5e04dd274db8" /><Relationship Type="http://schemas.openxmlformats.org/officeDocument/2006/relationships/image" Target="/ppt/media/image2.png" Id="R949c7049e03a4754" /><Relationship Type="http://schemas.openxmlformats.org/officeDocument/2006/relationships/notesSlide" Target="/ppt/notesSlides/notesSlide4.xml" Id="Rcf3f464700a743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e8083d7c594943" /><Relationship Type="http://schemas.openxmlformats.org/officeDocument/2006/relationships/notesSlide" Target="/ppt/notesSlides/notesSlide5.xml" Id="R981e5ab7cf4049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9d3a99dbc547e2" /><Relationship Type="http://schemas.openxmlformats.org/officeDocument/2006/relationships/notesSlide" Target="/ppt/notesSlides/notesSlide6.xml" Id="Ra2aa7e027abf4e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f03cae192e46a8" /><Relationship Type="http://schemas.openxmlformats.org/officeDocument/2006/relationships/notesSlide" Target="/ppt/notesSlides/notesSlide7.xml" Id="R37ecf8177559456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8896cbc7ab4f1a" /><Relationship Type="http://schemas.openxmlformats.org/officeDocument/2006/relationships/notesSlide" Target="/ppt/notesSlides/notesSlide8.xml" Id="R32fd7356e272442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FE12FB-A6CD-4261-B4BD-C4C54FE5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219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8243C"/>
                </a:solidFill>
              </a:defRPr>
            </a:defPPr>
            <a:lvl1pPr>
              <a:defRPr sz="3150" b="1">
                <a:solidFill>
                  <a:srgbClr val="18243C"/>
                </a:solidFill>
              </a:defRPr>
            </a:lvl1pPr>
            <a:lvl2pPr>
              <a:defRPr sz="3150" b="1">
                <a:solidFill>
                  <a:srgbClr val="18243C"/>
                </a:solidFill>
              </a:defRPr>
            </a:lvl2pPr>
            <a:lvl3pPr>
              <a:defRPr sz="3150" b="1">
                <a:solidFill>
                  <a:srgbClr val="18243C"/>
                </a:solidFill>
              </a:defRPr>
            </a:lvl3pPr>
            <a:lvl4pPr>
              <a:defRPr sz="3150" b="1">
                <a:solidFill>
                  <a:srgbClr val="18243C"/>
                </a:solidFill>
              </a:defRPr>
            </a:lvl4pPr>
            <a:lvl5pPr>
              <a:defRPr sz="3150" b="1">
                <a:solidFill>
                  <a:srgbClr val="18243C"/>
                </a:solidFill>
              </a:defRPr>
            </a:lvl5pPr>
            <a:lvl6pPr>
              <a:defRPr sz="3150" b="1">
                <a:solidFill>
                  <a:srgbClr val="18243C"/>
                </a:solidFill>
              </a:defRPr>
            </a:lvl6pPr>
            <a:lvl7pPr>
              <a:defRPr sz="3150" b="1">
                <a:solidFill>
                  <a:srgbClr val="18243C"/>
                </a:solidFill>
              </a:defRPr>
            </a:lvl7pPr>
            <a:lvl8pPr>
              <a:defRPr sz="3150" b="1">
                <a:solidFill>
                  <a:srgbClr val="18243C"/>
                </a:solidFill>
              </a:defRPr>
            </a:lvl8pPr>
            <a:lvl9pPr>
              <a:defRPr sz="31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243C"/>
                </a:solidFill>
              </a:defRPr>
            </a:pPr>
            <a:r>
              <a:rPr sz="3150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AD33F5-67AE-4764-B7EC-AB673ACC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95300"/>
            <a:ext cx="1028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85BEB"/>
                </a:solidFill>
              </a:defRPr>
            </a:defPPr>
            <a:lvl1pPr>
              <a:defRPr sz="3150" b="1">
                <a:solidFill>
                  <a:srgbClr val="285BEB"/>
                </a:solidFill>
              </a:defRPr>
            </a:lvl1pPr>
            <a:lvl2pPr>
              <a:defRPr sz="3150" b="1">
                <a:solidFill>
                  <a:srgbClr val="285BEB"/>
                </a:solidFill>
              </a:defRPr>
            </a:lvl2pPr>
            <a:lvl3pPr>
              <a:defRPr sz="3150" b="1">
                <a:solidFill>
                  <a:srgbClr val="285BEB"/>
                </a:solidFill>
              </a:defRPr>
            </a:lvl3pPr>
            <a:lvl4pPr>
              <a:defRPr sz="3150" b="1">
                <a:solidFill>
                  <a:srgbClr val="285BEB"/>
                </a:solidFill>
              </a:defRPr>
            </a:lvl4pPr>
            <a:lvl5pPr>
              <a:defRPr sz="3150" b="1">
                <a:solidFill>
                  <a:srgbClr val="285BEB"/>
                </a:solidFill>
              </a:defRPr>
            </a:lvl5pPr>
            <a:lvl6pPr>
              <a:defRPr sz="3150" b="1">
                <a:solidFill>
                  <a:srgbClr val="285BEB"/>
                </a:solidFill>
              </a:defRPr>
            </a:lvl6pPr>
            <a:lvl7pPr>
              <a:defRPr sz="3150" b="1">
                <a:solidFill>
                  <a:srgbClr val="285BEB"/>
                </a:solidFill>
              </a:defRPr>
            </a:lvl7pPr>
            <a:lvl8pPr>
              <a:defRPr sz="3150" b="1">
                <a:solidFill>
                  <a:srgbClr val="285BEB"/>
                </a:solidFill>
              </a:defRPr>
            </a:lvl8pPr>
            <a:lvl9pPr>
              <a:defRPr sz="31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285BEB"/>
                </a:solidFill>
              </a:defRPr>
            </a:pPr>
            <a:r>
              <a:rPr sz="3150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3A9068-AF75-40E6-9BC0-445E1A5E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6000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600" b="1">
                <a:solidFill>
                  <a:srgbClr val="18243C"/>
                </a:solidFill>
              </a:defRPr>
            </a:defPPr>
            <a:lvl1pPr>
              <a:defRPr sz="3600" b="1">
                <a:solidFill>
                  <a:srgbClr val="18243C"/>
                </a:solidFill>
              </a:defRPr>
            </a:lvl1pPr>
            <a:lvl2pPr>
              <a:defRPr sz="3600" b="1">
                <a:solidFill>
                  <a:srgbClr val="18243C"/>
                </a:solidFill>
              </a:defRPr>
            </a:lvl2pPr>
            <a:lvl3pPr>
              <a:defRPr sz="3600" b="1">
                <a:solidFill>
                  <a:srgbClr val="18243C"/>
                </a:solidFill>
              </a:defRPr>
            </a:lvl3pPr>
            <a:lvl4pPr>
              <a:defRPr sz="3600" b="1">
                <a:solidFill>
                  <a:srgbClr val="18243C"/>
                </a:solidFill>
              </a:defRPr>
            </a:lvl4pPr>
            <a:lvl5pPr>
              <a:defRPr sz="3600" b="1">
                <a:solidFill>
                  <a:srgbClr val="18243C"/>
                </a:solidFill>
              </a:defRPr>
            </a:lvl5pPr>
            <a:lvl6pPr>
              <a:defRPr sz="3600" b="1">
                <a:solidFill>
                  <a:srgbClr val="18243C"/>
                </a:solidFill>
              </a:defRPr>
            </a:lvl6pPr>
            <a:lvl7pPr>
              <a:defRPr sz="3600" b="1">
                <a:solidFill>
                  <a:srgbClr val="18243C"/>
                </a:solidFill>
              </a:defRPr>
            </a:lvl7pPr>
            <a:lvl8pPr>
              <a:defRPr sz="3600" b="1">
                <a:solidFill>
                  <a:srgbClr val="18243C"/>
                </a:solidFill>
              </a:defRPr>
            </a:lvl8pPr>
            <a:lvl9pPr>
              <a:defRPr sz="36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8243C"/>
                </a:solidFill>
              </a:defRPr>
            </a:pPr>
            <a:r>
              <a:rPr sz="3600" b="1">
                <a:solidFill>
                  <a:srgbClr val="18243C"/>
                </a:solidFill>
              </a:rPr>
              <a:t>От требований к</a:t>
            </a:r>
          </a:p>
          <a:p xmlns:a="http://schemas.openxmlformats.org/drawingml/2006/main">
            <a:pPr>
              <a:defRPr sz="3600" b="1">
                <a:solidFill>
                  <a:srgbClr val="18243C"/>
                </a:solidFill>
              </a:defRPr>
            </a:pPr>
            <a:r>
              <a:rPr sz="3600" b="1">
                <a:solidFill>
                  <a:srgbClr val="18243C"/>
                </a:solidFill>
              </a:rPr>
              <a:t>интерактивному прототипу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3FB7C1-8939-402A-B793-FEBEC1A3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600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738096"/>
                </a:solidFill>
              </a:defRPr>
            </a:defPPr>
            <a:lvl1pPr>
              <a:defRPr sz="1800" b="0">
                <a:solidFill>
                  <a:srgbClr val="738096"/>
                </a:solidFill>
              </a:defRPr>
            </a:lvl1pPr>
            <a:lvl2pPr>
              <a:defRPr sz="1800" b="0">
                <a:solidFill>
                  <a:srgbClr val="738096"/>
                </a:solidFill>
              </a:defRPr>
            </a:lvl2pPr>
            <a:lvl3pPr>
              <a:defRPr sz="1800" b="0">
                <a:solidFill>
                  <a:srgbClr val="738096"/>
                </a:solidFill>
              </a:defRPr>
            </a:lvl3pPr>
            <a:lvl4pPr>
              <a:defRPr sz="1800" b="0">
                <a:solidFill>
                  <a:srgbClr val="738096"/>
                </a:solidFill>
              </a:defRPr>
            </a:lvl4pPr>
            <a:lvl5pPr>
              <a:defRPr sz="1800" b="0">
                <a:solidFill>
                  <a:srgbClr val="738096"/>
                </a:solidFill>
              </a:defRPr>
            </a:lvl5pPr>
            <a:lvl6pPr>
              <a:defRPr sz="1800" b="0">
                <a:solidFill>
                  <a:srgbClr val="738096"/>
                </a:solidFill>
              </a:defRPr>
            </a:lvl6pPr>
            <a:lvl7pPr>
              <a:defRPr sz="1800" b="0">
                <a:solidFill>
                  <a:srgbClr val="738096"/>
                </a:solidFill>
              </a:defRPr>
            </a:lvl7pPr>
            <a:lvl8pPr>
              <a:defRPr sz="1800" b="0">
                <a:solidFill>
                  <a:srgbClr val="738096"/>
                </a:solidFill>
              </a:defRPr>
            </a:lvl8pPr>
            <a:lvl9pPr>
              <a:defRPr sz="18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738096"/>
                </a:solidFill>
              </a:defRPr>
            </a:pPr>
            <a:r>
              <a:rPr sz="1800" b="0">
                <a:solidFill>
                  <a:srgbClr val="738096"/>
                </a:solidFill>
              </a:rPr>
              <a:t>DropCRM · итог проекта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3460AC-A346-4273-B583-38E33D939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600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8243C"/>
                </a:solidFill>
              </a:defRPr>
            </a:defPPr>
            <a:lvl1pPr>
              <a:defRPr sz="1575" b="0">
                <a:solidFill>
                  <a:srgbClr val="18243C"/>
                </a:solidFill>
              </a:defRPr>
            </a:lvl1pPr>
            <a:lvl2pPr>
              <a:defRPr sz="1575" b="0">
                <a:solidFill>
                  <a:srgbClr val="18243C"/>
                </a:solidFill>
              </a:defRPr>
            </a:lvl2pPr>
            <a:lvl3pPr>
              <a:defRPr sz="1575" b="0">
                <a:solidFill>
                  <a:srgbClr val="18243C"/>
                </a:solidFill>
              </a:defRPr>
            </a:lvl3pPr>
            <a:lvl4pPr>
              <a:defRPr sz="1575" b="0">
                <a:solidFill>
                  <a:srgbClr val="18243C"/>
                </a:solidFill>
              </a:defRPr>
            </a:lvl4pPr>
            <a:lvl5pPr>
              <a:defRPr sz="1575" b="0">
                <a:solidFill>
                  <a:srgbClr val="18243C"/>
                </a:solidFill>
              </a:defRPr>
            </a:lvl5pPr>
            <a:lvl6pPr>
              <a:defRPr sz="1575" b="0">
                <a:solidFill>
                  <a:srgbClr val="18243C"/>
                </a:solidFill>
              </a:defRPr>
            </a:lvl6pPr>
            <a:lvl7pPr>
              <a:defRPr sz="1575" b="0">
                <a:solidFill>
                  <a:srgbClr val="18243C"/>
                </a:solidFill>
              </a:defRPr>
            </a:lvl7pPr>
            <a:lvl8pPr>
              <a:defRPr sz="1575" b="0">
                <a:solidFill>
                  <a:srgbClr val="18243C"/>
                </a:solidFill>
              </a:defRPr>
            </a:lvl8pPr>
            <a:lvl9pPr>
              <a:defRPr sz="157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8243C"/>
                </a:solidFill>
              </a:defRPr>
            </a:pPr>
            <a:r>
              <a:rPr sz="1575" b="0">
                <a:solidFill>
                  <a:srgbClr val="18243C"/>
                </a:solidFill>
              </a:rPr>
              <a:t>Яковлев Олег · Казанцев Семён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9A48BB-5C03-4105-A52A-9CD1605227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aa1ad4033c42f0"/>
          <a:stretch xmlns:a="http://schemas.openxmlformats.org/drawingml/2006/main"/>
        </p:blipFill>
        <p:spPr>
          <a:xfrm xmlns:a="http://schemas.openxmlformats.org/drawingml/2006/main">
            <a:off x="6810375" y="1896992"/>
            <a:ext cx="4810125" cy="28830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7290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76B80E-EE8C-481D-9869-6A45A27C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8243C"/>
                </a:solidFill>
              </a:defRPr>
            </a:defPPr>
            <a:lvl1pPr>
              <a:defRPr sz="1650" b="1">
                <a:solidFill>
                  <a:srgbClr val="18243C"/>
                </a:solidFill>
              </a:defRPr>
            </a:lvl1pPr>
            <a:lvl2pPr>
              <a:defRPr sz="1650" b="1">
                <a:solidFill>
                  <a:srgbClr val="18243C"/>
                </a:solidFill>
              </a:defRPr>
            </a:lvl2pPr>
            <a:lvl3pPr>
              <a:defRPr sz="1650" b="1">
                <a:solidFill>
                  <a:srgbClr val="18243C"/>
                </a:solidFill>
              </a:defRPr>
            </a:lvl3pPr>
            <a:lvl4pPr>
              <a:defRPr sz="1650" b="1">
                <a:solidFill>
                  <a:srgbClr val="18243C"/>
                </a:solidFill>
              </a:defRPr>
            </a:lvl4pPr>
            <a:lvl5pPr>
              <a:defRPr sz="1650" b="1">
                <a:solidFill>
                  <a:srgbClr val="18243C"/>
                </a:solidFill>
              </a:defRPr>
            </a:lvl5pPr>
            <a:lvl6pPr>
              <a:defRPr sz="1650" b="1">
                <a:solidFill>
                  <a:srgbClr val="18243C"/>
                </a:solidFill>
              </a:defRPr>
            </a:lvl6pPr>
            <a:lvl7pPr>
              <a:defRPr sz="1650" b="1">
                <a:solidFill>
                  <a:srgbClr val="18243C"/>
                </a:solidFill>
              </a:defRPr>
            </a:lvl7pPr>
            <a:lvl8pPr>
              <a:defRPr sz="1650" b="1">
                <a:solidFill>
                  <a:srgbClr val="18243C"/>
                </a:solidFill>
              </a:defRPr>
            </a:lvl8pPr>
            <a:lvl9pPr>
              <a:defRPr sz="16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8243C"/>
                </a:solidFill>
              </a:defRPr>
            </a:pPr>
            <a:r>
              <a:rPr sz="1650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D79CB0-0F19-4B9E-96DF-2A57C09C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5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85BEB"/>
                </a:solidFill>
              </a:defRPr>
            </a:defPPr>
            <a:lvl1pPr>
              <a:defRPr sz="1650" b="1">
                <a:solidFill>
                  <a:srgbClr val="285BEB"/>
                </a:solidFill>
              </a:defRPr>
            </a:lvl1pPr>
            <a:lvl2pPr>
              <a:defRPr sz="1650" b="1">
                <a:solidFill>
                  <a:srgbClr val="285BEB"/>
                </a:solidFill>
              </a:defRPr>
            </a:lvl2pPr>
            <a:lvl3pPr>
              <a:defRPr sz="1650" b="1">
                <a:solidFill>
                  <a:srgbClr val="285BEB"/>
                </a:solidFill>
              </a:defRPr>
            </a:lvl3pPr>
            <a:lvl4pPr>
              <a:defRPr sz="1650" b="1">
                <a:solidFill>
                  <a:srgbClr val="285BEB"/>
                </a:solidFill>
              </a:defRPr>
            </a:lvl4pPr>
            <a:lvl5pPr>
              <a:defRPr sz="1650" b="1">
                <a:solidFill>
                  <a:srgbClr val="285BEB"/>
                </a:solidFill>
              </a:defRPr>
            </a:lvl5pPr>
            <a:lvl6pPr>
              <a:defRPr sz="1650" b="1">
                <a:solidFill>
                  <a:srgbClr val="285BEB"/>
                </a:solidFill>
              </a:defRPr>
            </a:lvl6pPr>
            <a:lvl7pPr>
              <a:defRPr sz="1650" b="1">
                <a:solidFill>
                  <a:srgbClr val="285BEB"/>
                </a:solidFill>
              </a:defRPr>
            </a:lvl7pPr>
            <a:lvl8pPr>
              <a:defRPr sz="1650" b="1">
                <a:solidFill>
                  <a:srgbClr val="285BEB"/>
                </a:solidFill>
              </a:defRPr>
            </a:lvl8pPr>
            <a:lvl9pPr>
              <a:defRPr sz="16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85BEB"/>
                </a:solidFill>
              </a:defRPr>
            </a:pPr>
            <a:r>
              <a:rPr sz="1650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AC070B-E0D5-4E2C-90FF-F48798ED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C7D384-B87A-4AB1-B8F6-5E6E329B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096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8243C"/>
                </a:solidFill>
              </a:defRPr>
            </a:defPPr>
            <a:lvl1pPr>
              <a:defRPr sz="2850" b="1">
                <a:solidFill>
                  <a:srgbClr val="18243C"/>
                </a:solidFill>
              </a:defRPr>
            </a:lvl1pPr>
            <a:lvl2pPr>
              <a:defRPr sz="2850" b="1">
                <a:solidFill>
                  <a:srgbClr val="18243C"/>
                </a:solidFill>
              </a:defRPr>
            </a:lvl2pPr>
            <a:lvl3pPr>
              <a:defRPr sz="2850" b="1">
                <a:solidFill>
                  <a:srgbClr val="18243C"/>
                </a:solidFill>
              </a:defRPr>
            </a:lvl3pPr>
            <a:lvl4pPr>
              <a:defRPr sz="2850" b="1">
                <a:solidFill>
                  <a:srgbClr val="18243C"/>
                </a:solidFill>
              </a:defRPr>
            </a:lvl4pPr>
            <a:lvl5pPr>
              <a:defRPr sz="2850" b="1">
                <a:solidFill>
                  <a:srgbClr val="18243C"/>
                </a:solidFill>
              </a:defRPr>
            </a:lvl5pPr>
            <a:lvl6pPr>
              <a:defRPr sz="2850" b="1">
                <a:solidFill>
                  <a:srgbClr val="18243C"/>
                </a:solidFill>
              </a:defRPr>
            </a:lvl6pPr>
            <a:lvl7pPr>
              <a:defRPr sz="2850" b="1">
                <a:solidFill>
                  <a:srgbClr val="18243C"/>
                </a:solidFill>
              </a:defRPr>
            </a:lvl7pPr>
            <a:lvl8pPr>
              <a:defRPr sz="2850" b="1">
                <a:solidFill>
                  <a:srgbClr val="18243C"/>
                </a:solidFill>
              </a:defRPr>
            </a:lvl8pPr>
            <a:lvl9pPr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Для чего нужен DropCRM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030E4B-CD25-4124-9B19-6148DF57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738096"/>
                </a:solidFill>
              </a:defRPr>
            </a:defPPr>
            <a:lvl1pPr>
              <a:defRPr sz="1200" b="0">
                <a:solidFill>
                  <a:srgbClr val="738096"/>
                </a:solidFill>
              </a:defRPr>
            </a:lvl1pPr>
            <a:lvl2pPr>
              <a:defRPr sz="1200" b="0">
                <a:solidFill>
                  <a:srgbClr val="738096"/>
                </a:solidFill>
              </a:defRPr>
            </a:lvl2pPr>
            <a:lvl3pPr>
              <a:defRPr sz="1200" b="0">
                <a:solidFill>
                  <a:srgbClr val="738096"/>
                </a:solidFill>
              </a:defRPr>
            </a:lvl3pPr>
            <a:lvl4pPr>
              <a:defRPr sz="1200" b="0">
                <a:solidFill>
                  <a:srgbClr val="738096"/>
                </a:solidFill>
              </a:defRPr>
            </a:lvl4pPr>
            <a:lvl5pPr>
              <a:defRPr sz="1200" b="0">
                <a:solidFill>
                  <a:srgbClr val="738096"/>
                </a:solidFill>
              </a:defRPr>
            </a:lvl5pPr>
            <a:lvl6pPr>
              <a:defRPr sz="1200" b="0">
                <a:solidFill>
                  <a:srgbClr val="738096"/>
                </a:solidFill>
              </a:defRPr>
            </a:lvl6pPr>
            <a:lvl7pPr>
              <a:defRPr sz="1200" b="0">
                <a:solidFill>
                  <a:srgbClr val="738096"/>
                </a:solidFill>
              </a:defRPr>
            </a:lvl7pPr>
            <a:lvl8pPr>
              <a:defRPr sz="1200" b="0">
                <a:solidFill>
                  <a:srgbClr val="738096"/>
                </a:solidFill>
              </a:defRPr>
            </a:lvl8pPr>
            <a:lvl9pPr>
              <a:defRPr sz="12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38096"/>
                </a:solidFill>
              </a:defRPr>
            </a:pPr>
            <a:r>
              <a:rPr sz="1200" b="0">
                <a:solidFill>
                  <a:srgbClr val="738096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EA2752-9846-41D5-B651-192ED3B93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75" b="1">
                <a:solidFill>
                  <a:srgbClr val="285BEB"/>
                </a:solidFill>
              </a:defRPr>
            </a:defPPr>
            <a:lvl1pPr>
              <a:defRPr sz="2175" b="1">
                <a:solidFill>
                  <a:srgbClr val="285BEB"/>
                </a:solidFill>
              </a:defRPr>
            </a:lvl1pPr>
            <a:lvl2pPr>
              <a:defRPr sz="2175" b="1">
                <a:solidFill>
                  <a:srgbClr val="285BEB"/>
                </a:solidFill>
              </a:defRPr>
            </a:lvl2pPr>
            <a:lvl3pPr>
              <a:defRPr sz="2175" b="1">
                <a:solidFill>
                  <a:srgbClr val="285BEB"/>
                </a:solidFill>
              </a:defRPr>
            </a:lvl3pPr>
            <a:lvl4pPr>
              <a:defRPr sz="2175" b="1">
                <a:solidFill>
                  <a:srgbClr val="285BEB"/>
                </a:solidFill>
              </a:defRPr>
            </a:lvl4pPr>
            <a:lvl5pPr>
              <a:defRPr sz="2175" b="1">
                <a:solidFill>
                  <a:srgbClr val="285BEB"/>
                </a:solidFill>
              </a:defRPr>
            </a:lvl5pPr>
            <a:lvl6pPr>
              <a:defRPr sz="2175" b="1">
                <a:solidFill>
                  <a:srgbClr val="285BEB"/>
                </a:solidFill>
              </a:defRPr>
            </a:lvl6pPr>
            <a:lvl7pPr>
              <a:defRPr sz="2175" b="1">
                <a:solidFill>
                  <a:srgbClr val="285BEB"/>
                </a:solidFill>
              </a:defRPr>
            </a:lvl7pPr>
            <a:lvl8pPr>
              <a:defRPr sz="2175" b="1">
                <a:solidFill>
                  <a:srgbClr val="285BEB"/>
                </a:solidFill>
              </a:defRPr>
            </a:lvl8pPr>
            <a:lvl9pPr>
              <a:defRPr sz="21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85BEB"/>
                </a:solidFill>
              </a:defRPr>
            </a:pPr>
            <a:r>
              <a:rPr sz="2175" b="1">
                <a:solidFill>
                  <a:srgbClr val="285BEB"/>
                </a:solidFill>
              </a:rPr>
              <a:t>Дропшиппер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8F34FC-93A0-455C-8FAA-101B2B67D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3143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Выбирает предложение, задаёт наценку и передаёт заказ поставщику.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39CB7F-BED9-4F58-912F-C74DA59F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145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75" b="1">
                <a:solidFill>
                  <a:srgbClr val="285BEB"/>
                </a:solidFill>
              </a:defRPr>
            </a:defPPr>
            <a:lvl1pPr>
              <a:defRPr sz="2175" b="1">
                <a:solidFill>
                  <a:srgbClr val="285BEB"/>
                </a:solidFill>
              </a:defRPr>
            </a:lvl1pPr>
            <a:lvl2pPr>
              <a:defRPr sz="2175" b="1">
                <a:solidFill>
                  <a:srgbClr val="285BEB"/>
                </a:solidFill>
              </a:defRPr>
            </a:lvl2pPr>
            <a:lvl3pPr>
              <a:defRPr sz="2175" b="1">
                <a:solidFill>
                  <a:srgbClr val="285BEB"/>
                </a:solidFill>
              </a:defRPr>
            </a:lvl3pPr>
            <a:lvl4pPr>
              <a:defRPr sz="2175" b="1">
                <a:solidFill>
                  <a:srgbClr val="285BEB"/>
                </a:solidFill>
              </a:defRPr>
            </a:lvl4pPr>
            <a:lvl5pPr>
              <a:defRPr sz="2175" b="1">
                <a:solidFill>
                  <a:srgbClr val="285BEB"/>
                </a:solidFill>
              </a:defRPr>
            </a:lvl5pPr>
            <a:lvl6pPr>
              <a:defRPr sz="2175" b="1">
                <a:solidFill>
                  <a:srgbClr val="285BEB"/>
                </a:solidFill>
              </a:defRPr>
            </a:lvl6pPr>
            <a:lvl7pPr>
              <a:defRPr sz="2175" b="1">
                <a:solidFill>
                  <a:srgbClr val="285BEB"/>
                </a:solidFill>
              </a:defRPr>
            </a:lvl7pPr>
            <a:lvl8pPr>
              <a:defRPr sz="2175" b="1">
                <a:solidFill>
                  <a:srgbClr val="285BEB"/>
                </a:solidFill>
              </a:defRPr>
            </a:lvl8pPr>
            <a:lvl9pPr>
              <a:defRPr sz="21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85BEB"/>
                </a:solidFill>
              </a:defRPr>
            </a:pPr>
            <a:r>
              <a:rPr sz="2175" b="1">
                <a:solidFill>
                  <a:srgbClr val="285BEB"/>
                </a:solidFill>
              </a:rPr>
              <a:t>Поставщик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203565-E055-4868-90A8-9FE62A34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67000"/>
            <a:ext cx="3143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Подтверждает наличие и доставку, затем отправляет товар покупателю.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F3657F-784B-422B-B2E9-AA1955015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145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75" b="1">
                <a:solidFill>
                  <a:srgbClr val="285BEB"/>
                </a:solidFill>
              </a:defRPr>
            </a:defPPr>
            <a:lvl1pPr>
              <a:defRPr sz="2175" b="1">
                <a:solidFill>
                  <a:srgbClr val="285BEB"/>
                </a:solidFill>
              </a:defRPr>
            </a:lvl1pPr>
            <a:lvl2pPr>
              <a:defRPr sz="2175" b="1">
                <a:solidFill>
                  <a:srgbClr val="285BEB"/>
                </a:solidFill>
              </a:defRPr>
            </a:lvl2pPr>
            <a:lvl3pPr>
              <a:defRPr sz="2175" b="1">
                <a:solidFill>
                  <a:srgbClr val="285BEB"/>
                </a:solidFill>
              </a:defRPr>
            </a:lvl3pPr>
            <a:lvl4pPr>
              <a:defRPr sz="2175" b="1">
                <a:solidFill>
                  <a:srgbClr val="285BEB"/>
                </a:solidFill>
              </a:defRPr>
            </a:lvl4pPr>
            <a:lvl5pPr>
              <a:defRPr sz="2175" b="1">
                <a:solidFill>
                  <a:srgbClr val="285BEB"/>
                </a:solidFill>
              </a:defRPr>
            </a:lvl5pPr>
            <a:lvl6pPr>
              <a:defRPr sz="2175" b="1">
                <a:solidFill>
                  <a:srgbClr val="285BEB"/>
                </a:solidFill>
              </a:defRPr>
            </a:lvl6pPr>
            <a:lvl7pPr>
              <a:defRPr sz="2175" b="1">
                <a:solidFill>
                  <a:srgbClr val="285BEB"/>
                </a:solidFill>
              </a:defRPr>
            </a:lvl7pPr>
            <a:lvl8pPr>
              <a:defRPr sz="2175" b="1">
                <a:solidFill>
                  <a:srgbClr val="285BEB"/>
                </a:solidFill>
              </a:defRPr>
            </a:lvl8pPr>
            <a:lvl9pPr>
              <a:defRPr sz="21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85BEB"/>
                </a:solidFill>
              </a:defRPr>
            </a:pPr>
            <a:r>
              <a:rPr sz="2175" b="1">
                <a:solidFill>
                  <a:srgbClr val="285BEB"/>
                </a:solidFill>
              </a:rPr>
              <a:t>Администратор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3A7AF5-FEBD-4FC1-90E4-D3CCFEA61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67000"/>
            <a:ext cx="3143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Проверяет участников, управляет доступом и видит состояние платформы.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55FA99-09A6-45ED-9648-FCFDBEFF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9587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250" b="1">
                <a:solidFill>
                  <a:srgbClr val="18243C"/>
                </a:solidFill>
              </a:defRPr>
            </a:defPPr>
            <a:lvl1pPr>
              <a:defRPr sz="2250" b="1">
                <a:solidFill>
                  <a:srgbClr val="18243C"/>
                </a:solidFill>
              </a:defRPr>
            </a:lvl1pPr>
            <a:lvl2pPr>
              <a:defRPr sz="2250" b="1">
                <a:solidFill>
                  <a:srgbClr val="18243C"/>
                </a:solidFill>
              </a:defRPr>
            </a:lvl2pPr>
            <a:lvl3pPr>
              <a:defRPr sz="2250" b="1">
                <a:solidFill>
                  <a:srgbClr val="18243C"/>
                </a:solidFill>
              </a:defRPr>
            </a:lvl3pPr>
            <a:lvl4pPr>
              <a:defRPr sz="2250" b="1">
                <a:solidFill>
                  <a:srgbClr val="18243C"/>
                </a:solidFill>
              </a:defRPr>
            </a:lvl4pPr>
            <a:lvl5pPr>
              <a:defRPr sz="2250" b="1">
                <a:solidFill>
                  <a:srgbClr val="18243C"/>
                </a:solidFill>
              </a:defRPr>
            </a:lvl5pPr>
            <a:lvl6pPr>
              <a:defRPr sz="2250" b="1">
                <a:solidFill>
                  <a:srgbClr val="18243C"/>
                </a:solidFill>
              </a:defRPr>
            </a:lvl6pPr>
            <a:lvl7pPr>
              <a:defRPr sz="2250" b="1">
                <a:solidFill>
                  <a:srgbClr val="18243C"/>
                </a:solidFill>
              </a:defRPr>
            </a:lvl7pPr>
            <a:lvl8pPr>
              <a:defRPr sz="2250" b="1">
                <a:solidFill>
                  <a:srgbClr val="18243C"/>
                </a:solidFill>
              </a:defRPr>
            </a:lvl8pPr>
            <a:lvl9pPr>
              <a:defRPr sz="22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C"/>
                </a:solidFill>
              </a:defRPr>
            </a:pPr>
            <a:r>
              <a:rPr sz="2250" b="1">
                <a:solidFill>
                  <a:srgbClr val="18243C"/>
                </a:solidFill>
              </a:rPr>
              <a:t>Общий заказ связывает действия всех трёх ролей.</a:t>
            </a:r>
          </a:p>
        </p:txBody>
      </p:sp>
    </p:spTree>
    <p:extLst>
      <p:ext uri="{BB962C8B-B14F-4D97-AF65-F5344CB8AC3E}">
        <p14:creationId xmlns:p14="http://schemas.microsoft.com/office/powerpoint/2010/main" val="15700390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E7EE0A-4737-4FB2-A223-70AAE156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8243C"/>
                </a:solidFill>
              </a:defRPr>
            </a:defPPr>
            <a:lvl1pPr>
              <a:defRPr sz="1650" b="1">
                <a:solidFill>
                  <a:srgbClr val="18243C"/>
                </a:solidFill>
              </a:defRPr>
            </a:lvl1pPr>
            <a:lvl2pPr>
              <a:defRPr sz="1650" b="1">
                <a:solidFill>
                  <a:srgbClr val="18243C"/>
                </a:solidFill>
              </a:defRPr>
            </a:lvl2pPr>
            <a:lvl3pPr>
              <a:defRPr sz="1650" b="1">
                <a:solidFill>
                  <a:srgbClr val="18243C"/>
                </a:solidFill>
              </a:defRPr>
            </a:lvl3pPr>
            <a:lvl4pPr>
              <a:defRPr sz="1650" b="1">
                <a:solidFill>
                  <a:srgbClr val="18243C"/>
                </a:solidFill>
              </a:defRPr>
            </a:lvl4pPr>
            <a:lvl5pPr>
              <a:defRPr sz="1650" b="1">
                <a:solidFill>
                  <a:srgbClr val="18243C"/>
                </a:solidFill>
              </a:defRPr>
            </a:lvl5pPr>
            <a:lvl6pPr>
              <a:defRPr sz="1650" b="1">
                <a:solidFill>
                  <a:srgbClr val="18243C"/>
                </a:solidFill>
              </a:defRPr>
            </a:lvl6pPr>
            <a:lvl7pPr>
              <a:defRPr sz="1650" b="1">
                <a:solidFill>
                  <a:srgbClr val="18243C"/>
                </a:solidFill>
              </a:defRPr>
            </a:lvl7pPr>
            <a:lvl8pPr>
              <a:defRPr sz="1650" b="1">
                <a:solidFill>
                  <a:srgbClr val="18243C"/>
                </a:solidFill>
              </a:defRPr>
            </a:lvl8pPr>
            <a:lvl9pPr>
              <a:defRPr sz="16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8243C"/>
                </a:solidFill>
              </a:defRPr>
            </a:pPr>
            <a:r>
              <a:rPr sz="1650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1BABC6-532F-4D27-87EB-2F7474332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5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85BEB"/>
                </a:solidFill>
              </a:defRPr>
            </a:defPPr>
            <a:lvl1pPr>
              <a:defRPr sz="1650" b="1">
                <a:solidFill>
                  <a:srgbClr val="285BEB"/>
                </a:solidFill>
              </a:defRPr>
            </a:lvl1pPr>
            <a:lvl2pPr>
              <a:defRPr sz="1650" b="1">
                <a:solidFill>
                  <a:srgbClr val="285BEB"/>
                </a:solidFill>
              </a:defRPr>
            </a:lvl2pPr>
            <a:lvl3pPr>
              <a:defRPr sz="1650" b="1">
                <a:solidFill>
                  <a:srgbClr val="285BEB"/>
                </a:solidFill>
              </a:defRPr>
            </a:lvl3pPr>
            <a:lvl4pPr>
              <a:defRPr sz="1650" b="1">
                <a:solidFill>
                  <a:srgbClr val="285BEB"/>
                </a:solidFill>
              </a:defRPr>
            </a:lvl4pPr>
            <a:lvl5pPr>
              <a:defRPr sz="1650" b="1">
                <a:solidFill>
                  <a:srgbClr val="285BEB"/>
                </a:solidFill>
              </a:defRPr>
            </a:lvl5pPr>
            <a:lvl6pPr>
              <a:defRPr sz="1650" b="1">
                <a:solidFill>
                  <a:srgbClr val="285BEB"/>
                </a:solidFill>
              </a:defRPr>
            </a:lvl6pPr>
            <a:lvl7pPr>
              <a:defRPr sz="1650" b="1">
                <a:solidFill>
                  <a:srgbClr val="285BEB"/>
                </a:solidFill>
              </a:defRPr>
            </a:lvl7pPr>
            <a:lvl8pPr>
              <a:defRPr sz="1650" b="1">
                <a:solidFill>
                  <a:srgbClr val="285BEB"/>
                </a:solidFill>
              </a:defRPr>
            </a:lvl8pPr>
            <a:lvl9pPr>
              <a:defRPr sz="16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85BEB"/>
                </a:solidFill>
              </a:defRPr>
            </a:pPr>
            <a:r>
              <a:rPr sz="1650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B40780-E3B1-43BC-BB0C-268AD658C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7E6C24-A752-494A-8866-D18B2844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096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8243C"/>
                </a:solidFill>
              </a:defRPr>
            </a:defPPr>
            <a:lvl1pPr>
              <a:defRPr sz="2850" b="1">
                <a:solidFill>
                  <a:srgbClr val="18243C"/>
                </a:solidFill>
              </a:defRPr>
            </a:lvl1pPr>
            <a:lvl2pPr>
              <a:defRPr sz="2850" b="1">
                <a:solidFill>
                  <a:srgbClr val="18243C"/>
                </a:solidFill>
              </a:defRPr>
            </a:lvl2pPr>
            <a:lvl3pPr>
              <a:defRPr sz="2850" b="1">
                <a:solidFill>
                  <a:srgbClr val="18243C"/>
                </a:solidFill>
              </a:defRPr>
            </a:lvl3pPr>
            <a:lvl4pPr>
              <a:defRPr sz="2850" b="1">
                <a:solidFill>
                  <a:srgbClr val="18243C"/>
                </a:solidFill>
              </a:defRPr>
            </a:lvl4pPr>
            <a:lvl5pPr>
              <a:defRPr sz="2850" b="1">
                <a:solidFill>
                  <a:srgbClr val="18243C"/>
                </a:solidFill>
              </a:defRPr>
            </a:lvl5pPr>
            <a:lvl6pPr>
              <a:defRPr sz="2850" b="1">
                <a:solidFill>
                  <a:srgbClr val="18243C"/>
                </a:solidFill>
              </a:defRPr>
            </a:lvl6pPr>
            <a:lvl7pPr>
              <a:defRPr sz="2850" b="1">
                <a:solidFill>
                  <a:srgbClr val="18243C"/>
                </a:solidFill>
              </a:defRPr>
            </a:lvl7pPr>
            <a:lvl8pPr>
              <a:defRPr sz="2850" b="1">
                <a:solidFill>
                  <a:srgbClr val="18243C"/>
                </a:solidFill>
              </a:defRPr>
            </a:lvl8pPr>
            <a:lvl9pPr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Как менялся проект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4DAB36-EE13-4D70-B0E9-968D8F6F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738096"/>
                </a:solidFill>
              </a:defRPr>
            </a:defPPr>
            <a:lvl1pPr>
              <a:defRPr sz="1200" b="0">
                <a:solidFill>
                  <a:srgbClr val="738096"/>
                </a:solidFill>
              </a:defRPr>
            </a:lvl1pPr>
            <a:lvl2pPr>
              <a:defRPr sz="1200" b="0">
                <a:solidFill>
                  <a:srgbClr val="738096"/>
                </a:solidFill>
              </a:defRPr>
            </a:lvl2pPr>
            <a:lvl3pPr>
              <a:defRPr sz="1200" b="0">
                <a:solidFill>
                  <a:srgbClr val="738096"/>
                </a:solidFill>
              </a:defRPr>
            </a:lvl3pPr>
            <a:lvl4pPr>
              <a:defRPr sz="1200" b="0">
                <a:solidFill>
                  <a:srgbClr val="738096"/>
                </a:solidFill>
              </a:defRPr>
            </a:lvl4pPr>
            <a:lvl5pPr>
              <a:defRPr sz="1200" b="0">
                <a:solidFill>
                  <a:srgbClr val="738096"/>
                </a:solidFill>
              </a:defRPr>
            </a:lvl5pPr>
            <a:lvl6pPr>
              <a:defRPr sz="1200" b="0">
                <a:solidFill>
                  <a:srgbClr val="738096"/>
                </a:solidFill>
              </a:defRPr>
            </a:lvl6pPr>
            <a:lvl7pPr>
              <a:defRPr sz="1200" b="0">
                <a:solidFill>
                  <a:srgbClr val="738096"/>
                </a:solidFill>
              </a:defRPr>
            </a:lvl7pPr>
            <a:lvl8pPr>
              <a:defRPr sz="1200" b="0">
                <a:solidFill>
                  <a:srgbClr val="738096"/>
                </a:solidFill>
              </a:defRPr>
            </a:lvl8pPr>
            <a:lvl9pPr>
              <a:defRPr sz="12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38096"/>
                </a:solidFill>
              </a:defRPr>
            </a:pPr>
            <a:r>
              <a:rPr sz="1200" b="0">
                <a:solidFill>
                  <a:srgbClr val="738096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3F3AE2-F1BA-40D3-B447-C8848A4A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75" b="1">
                <a:solidFill>
                  <a:srgbClr val="18243C"/>
                </a:solidFill>
              </a:defRPr>
            </a:defPPr>
            <a:lvl1pPr>
              <a:defRPr sz="2175" b="1">
                <a:solidFill>
                  <a:srgbClr val="18243C"/>
                </a:solidFill>
              </a:defRPr>
            </a:lvl1pPr>
            <a:lvl2pPr>
              <a:defRPr sz="2175" b="1">
                <a:solidFill>
                  <a:srgbClr val="18243C"/>
                </a:solidFill>
              </a:defRPr>
            </a:lvl2pPr>
            <a:lvl3pPr>
              <a:defRPr sz="2175" b="1">
                <a:solidFill>
                  <a:srgbClr val="18243C"/>
                </a:solidFill>
              </a:defRPr>
            </a:lvl3pPr>
            <a:lvl4pPr>
              <a:defRPr sz="2175" b="1">
                <a:solidFill>
                  <a:srgbClr val="18243C"/>
                </a:solidFill>
              </a:defRPr>
            </a:lvl4pPr>
            <a:lvl5pPr>
              <a:defRPr sz="2175" b="1">
                <a:solidFill>
                  <a:srgbClr val="18243C"/>
                </a:solidFill>
              </a:defRPr>
            </a:lvl5pPr>
            <a:lvl6pPr>
              <a:defRPr sz="2175" b="1">
                <a:solidFill>
                  <a:srgbClr val="18243C"/>
                </a:solidFill>
              </a:defRPr>
            </a:lvl6pPr>
            <a:lvl7pPr>
              <a:defRPr sz="2175" b="1">
                <a:solidFill>
                  <a:srgbClr val="18243C"/>
                </a:solidFill>
              </a:defRPr>
            </a:lvl7pPr>
            <a:lvl8pPr>
              <a:defRPr sz="2175" b="1">
                <a:solidFill>
                  <a:srgbClr val="18243C"/>
                </a:solidFill>
              </a:defRPr>
            </a:lvl8pPr>
            <a:lvl9pPr>
              <a:defRPr sz="21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8243C"/>
                </a:solidFill>
              </a:defRPr>
            </a:pPr>
            <a:r>
              <a:rPr sz="2175" b="1">
                <a:solidFill>
                  <a:srgbClr val="18243C"/>
                </a:solidFill>
              </a:rPr>
              <a:t>Исходное ТЗ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B2430A-2850-4031-9A72-098C9249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4857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Широкая система: каталог, много позиций в заказе, управление остатками, аналитика, мобильная версия и серверные требования.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A75E9F-EADD-4387-8C92-EA3468E6B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9550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75" b="1">
                <a:solidFill>
                  <a:srgbClr val="285BEB"/>
                </a:solidFill>
              </a:defRPr>
            </a:defPPr>
            <a:lvl1pPr>
              <a:defRPr sz="2175" b="1">
                <a:solidFill>
                  <a:srgbClr val="285BEB"/>
                </a:solidFill>
              </a:defRPr>
            </a:lvl1pPr>
            <a:lvl2pPr>
              <a:defRPr sz="2175" b="1">
                <a:solidFill>
                  <a:srgbClr val="285BEB"/>
                </a:solidFill>
              </a:defRPr>
            </a:lvl2pPr>
            <a:lvl3pPr>
              <a:defRPr sz="2175" b="1">
                <a:solidFill>
                  <a:srgbClr val="285BEB"/>
                </a:solidFill>
              </a:defRPr>
            </a:lvl3pPr>
            <a:lvl4pPr>
              <a:defRPr sz="2175" b="1">
                <a:solidFill>
                  <a:srgbClr val="285BEB"/>
                </a:solidFill>
              </a:defRPr>
            </a:lvl4pPr>
            <a:lvl5pPr>
              <a:defRPr sz="2175" b="1">
                <a:solidFill>
                  <a:srgbClr val="285BEB"/>
                </a:solidFill>
              </a:defRPr>
            </a:lvl5pPr>
            <a:lvl6pPr>
              <a:defRPr sz="2175" b="1">
                <a:solidFill>
                  <a:srgbClr val="285BEB"/>
                </a:solidFill>
              </a:defRPr>
            </a:lvl6pPr>
            <a:lvl7pPr>
              <a:defRPr sz="2175" b="1">
                <a:solidFill>
                  <a:srgbClr val="285BEB"/>
                </a:solidFill>
              </a:defRPr>
            </a:lvl7pPr>
            <a:lvl8pPr>
              <a:defRPr sz="2175" b="1">
                <a:solidFill>
                  <a:srgbClr val="285BEB"/>
                </a:solidFill>
              </a:defRPr>
            </a:lvl8pPr>
            <a:lvl9pPr>
              <a:defRPr sz="21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85BEB"/>
                </a:solidFill>
              </a:defRPr>
            </a:pPr>
            <a:r>
              <a:rPr sz="2175" b="1">
                <a:solidFill>
                  <a:srgbClr val="285BEB"/>
                </a:solidFill>
              </a:rPr>
              <a:t>Итоговый прототип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9387A1-2D0C-48E3-82FE-B286582D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05100"/>
            <a:ext cx="4857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Сквозной путь одного заказа одному поставщику. Подтверждение условий, оплата, отправление и отдельные рабочие пространства трёх ролей.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8B8BFC-ABC9-4A43-A213-2D5C217D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95500"/>
            <a:ext cx="190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FA82D9-D034-49A1-814A-4E8FCFBC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738096"/>
                </a:solidFill>
              </a:defRPr>
            </a:defPPr>
            <a:lvl1pPr>
              <a:defRPr sz="1500" b="0">
                <a:solidFill>
                  <a:srgbClr val="738096"/>
                </a:solidFill>
              </a:defRPr>
            </a:lvl1pPr>
            <a:lvl2pPr>
              <a:defRPr sz="1500" b="0">
                <a:solidFill>
                  <a:srgbClr val="738096"/>
                </a:solidFill>
              </a:defRPr>
            </a:lvl2pPr>
            <a:lvl3pPr>
              <a:defRPr sz="1500" b="0">
                <a:solidFill>
                  <a:srgbClr val="738096"/>
                </a:solidFill>
              </a:defRPr>
            </a:lvl3pPr>
            <a:lvl4pPr>
              <a:defRPr sz="1500" b="0">
                <a:solidFill>
                  <a:srgbClr val="738096"/>
                </a:solidFill>
              </a:defRPr>
            </a:lvl4pPr>
            <a:lvl5pPr>
              <a:defRPr sz="1500" b="0">
                <a:solidFill>
                  <a:srgbClr val="738096"/>
                </a:solidFill>
              </a:defRPr>
            </a:lvl5pPr>
            <a:lvl6pPr>
              <a:defRPr sz="1500" b="0">
                <a:solidFill>
                  <a:srgbClr val="738096"/>
                </a:solidFill>
              </a:defRPr>
            </a:lvl6pPr>
            <a:lvl7pPr>
              <a:defRPr sz="1500" b="0">
                <a:solidFill>
                  <a:srgbClr val="738096"/>
                </a:solidFill>
              </a:defRPr>
            </a:lvl7pPr>
            <a:lvl8pPr>
              <a:defRPr sz="1500" b="0">
                <a:solidFill>
                  <a:srgbClr val="738096"/>
                </a:solidFill>
              </a:defRPr>
            </a:lvl8pPr>
            <a:lvl9pPr>
              <a:defRPr sz="15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738096"/>
                </a:solidFill>
              </a:defRPr>
            </a:pPr>
            <a:r>
              <a:rPr sz="1500" b="0">
                <a:solidFill>
                  <a:srgbClr val="738096"/>
                </a:solidFill>
              </a:rPr>
              <a:t>ТЗ сохранено как исторический документ. Изменения объяснены в итоговом отчёте.</a:t>
            </a:r>
          </a:p>
        </p:txBody>
      </p:sp>
    </p:spTree>
    <p:extLst>
      <p:ext uri="{BB962C8B-B14F-4D97-AF65-F5344CB8AC3E}">
        <p14:creationId xmlns:p14="http://schemas.microsoft.com/office/powerpoint/2010/main" val="16212170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1AC5B4-F505-4943-9A1B-2D0EAF69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8243C"/>
                </a:solidFill>
              </a:defRPr>
            </a:defPPr>
            <a:lvl1pPr>
              <a:defRPr sz="1650" b="1">
                <a:solidFill>
                  <a:srgbClr val="18243C"/>
                </a:solidFill>
              </a:defRPr>
            </a:lvl1pPr>
            <a:lvl2pPr>
              <a:defRPr sz="1650" b="1">
                <a:solidFill>
                  <a:srgbClr val="18243C"/>
                </a:solidFill>
              </a:defRPr>
            </a:lvl2pPr>
            <a:lvl3pPr>
              <a:defRPr sz="1650" b="1">
                <a:solidFill>
                  <a:srgbClr val="18243C"/>
                </a:solidFill>
              </a:defRPr>
            </a:lvl3pPr>
            <a:lvl4pPr>
              <a:defRPr sz="1650" b="1">
                <a:solidFill>
                  <a:srgbClr val="18243C"/>
                </a:solidFill>
              </a:defRPr>
            </a:lvl4pPr>
            <a:lvl5pPr>
              <a:defRPr sz="1650" b="1">
                <a:solidFill>
                  <a:srgbClr val="18243C"/>
                </a:solidFill>
              </a:defRPr>
            </a:lvl5pPr>
            <a:lvl6pPr>
              <a:defRPr sz="1650" b="1">
                <a:solidFill>
                  <a:srgbClr val="18243C"/>
                </a:solidFill>
              </a:defRPr>
            </a:lvl6pPr>
            <a:lvl7pPr>
              <a:defRPr sz="1650" b="1">
                <a:solidFill>
                  <a:srgbClr val="18243C"/>
                </a:solidFill>
              </a:defRPr>
            </a:lvl7pPr>
            <a:lvl8pPr>
              <a:defRPr sz="1650" b="1">
                <a:solidFill>
                  <a:srgbClr val="18243C"/>
                </a:solidFill>
              </a:defRPr>
            </a:lvl8pPr>
            <a:lvl9pPr>
              <a:defRPr sz="16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8243C"/>
                </a:solidFill>
              </a:defRPr>
            </a:pPr>
            <a:r>
              <a:rPr sz="1650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4F2E95-FE5C-4E12-9DF9-EE5652C3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5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85BEB"/>
                </a:solidFill>
              </a:defRPr>
            </a:defPPr>
            <a:lvl1pPr>
              <a:defRPr sz="1650" b="1">
                <a:solidFill>
                  <a:srgbClr val="285BEB"/>
                </a:solidFill>
              </a:defRPr>
            </a:lvl1pPr>
            <a:lvl2pPr>
              <a:defRPr sz="1650" b="1">
                <a:solidFill>
                  <a:srgbClr val="285BEB"/>
                </a:solidFill>
              </a:defRPr>
            </a:lvl2pPr>
            <a:lvl3pPr>
              <a:defRPr sz="1650" b="1">
                <a:solidFill>
                  <a:srgbClr val="285BEB"/>
                </a:solidFill>
              </a:defRPr>
            </a:lvl3pPr>
            <a:lvl4pPr>
              <a:defRPr sz="1650" b="1">
                <a:solidFill>
                  <a:srgbClr val="285BEB"/>
                </a:solidFill>
              </a:defRPr>
            </a:lvl4pPr>
            <a:lvl5pPr>
              <a:defRPr sz="1650" b="1">
                <a:solidFill>
                  <a:srgbClr val="285BEB"/>
                </a:solidFill>
              </a:defRPr>
            </a:lvl5pPr>
            <a:lvl6pPr>
              <a:defRPr sz="1650" b="1">
                <a:solidFill>
                  <a:srgbClr val="285BEB"/>
                </a:solidFill>
              </a:defRPr>
            </a:lvl6pPr>
            <a:lvl7pPr>
              <a:defRPr sz="1650" b="1">
                <a:solidFill>
                  <a:srgbClr val="285BEB"/>
                </a:solidFill>
              </a:defRPr>
            </a:lvl7pPr>
            <a:lvl8pPr>
              <a:defRPr sz="1650" b="1">
                <a:solidFill>
                  <a:srgbClr val="285BEB"/>
                </a:solidFill>
              </a:defRPr>
            </a:lvl8pPr>
            <a:lvl9pPr>
              <a:defRPr sz="16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85BEB"/>
                </a:solidFill>
              </a:defRPr>
            </a:pPr>
            <a:r>
              <a:rPr sz="1650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10E731-D13C-4532-ABF4-0A11C3F32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EA449F-C313-4624-8A84-3D121AD5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096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8243C"/>
                </a:solidFill>
              </a:defRPr>
            </a:defPPr>
            <a:lvl1pPr>
              <a:defRPr sz="2850" b="1">
                <a:solidFill>
                  <a:srgbClr val="18243C"/>
                </a:solidFill>
              </a:defRPr>
            </a:lvl1pPr>
            <a:lvl2pPr>
              <a:defRPr sz="2850" b="1">
                <a:solidFill>
                  <a:srgbClr val="18243C"/>
                </a:solidFill>
              </a:defRPr>
            </a:lvl2pPr>
            <a:lvl3pPr>
              <a:defRPr sz="2850" b="1">
                <a:solidFill>
                  <a:srgbClr val="18243C"/>
                </a:solidFill>
              </a:defRPr>
            </a:lvl3pPr>
            <a:lvl4pPr>
              <a:defRPr sz="2850" b="1">
                <a:solidFill>
                  <a:srgbClr val="18243C"/>
                </a:solidFill>
              </a:defRPr>
            </a:lvl4pPr>
            <a:lvl5pPr>
              <a:defRPr sz="2850" b="1">
                <a:solidFill>
                  <a:srgbClr val="18243C"/>
                </a:solidFill>
              </a:defRPr>
            </a:lvl5pPr>
            <a:lvl6pPr>
              <a:defRPr sz="2850" b="1">
                <a:solidFill>
                  <a:srgbClr val="18243C"/>
                </a:solidFill>
              </a:defRPr>
            </a:lvl6pPr>
            <a:lvl7pPr>
              <a:defRPr sz="2850" b="1">
                <a:solidFill>
                  <a:srgbClr val="18243C"/>
                </a:solidFill>
              </a:defRPr>
            </a:lvl7pPr>
            <a:lvl8pPr>
              <a:defRPr sz="2850" b="1">
                <a:solidFill>
                  <a:srgbClr val="18243C"/>
                </a:solidFill>
              </a:defRPr>
            </a:lvl8pPr>
            <a:lvl9pPr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От сценария к структуре экранов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51B61A-31C6-4C61-B1DF-81DA54DD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738096"/>
                </a:solidFill>
              </a:defRPr>
            </a:defPPr>
            <a:lvl1pPr>
              <a:defRPr sz="1200" b="0">
                <a:solidFill>
                  <a:srgbClr val="738096"/>
                </a:solidFill>
              </a:defRPr>
            </a:lvl1pPr>
            <a:lvl2pPr>
              <a:defRPr sz="1200" b="0">
                <a:solidFill>
                  <a:srgbClr val="738096"/>
                </a:solidFill>
              </a:defRPr>
            </a:lvl2pPr>
            <a:lvl3pPr>
              <a:defRPr sz="1200" b="0">
                <a:solidFill>
                  <a:srgbClr val="738096"/>
                </a:solidFill>
              </a:defRPr>
            </a:lvl3pPr>
            <a:lvl4pPr>
              <a:defRPr sz="1200" b="0">
                <a:solidFill>
                  <a:srgbClr val="738096"/>
                </a:solidFill>
              </a:defRPr>
            </a:lvl4pPr>
            <a:lvl5pPr>
              <a:defRPr sz="1200" b="0">
                <a:solidFill>
                  <a:srgbClr val="738096"/>
                </a:solidFill>
              </a:defRPr>
            </a:lvl5pPr>
            <a:lvl6pPr>
              <a:defRPr sz="1200" b="0">
                <a:solidFill>
                  <a:srgbClr val="738096"/>
                </a:solidFill>
              </a:defRPr>
            </a:lvl6pPr>
            <a:lvl7pPr>
              <a:defRPr sz="1200" b="0">
                <a:solidFill>
                  <a:srgbClr val="738096"/>
                </a:solidFill>
              </a:defRPr>
            </a:lvl7pPr>
            <a:lvl8pPr>
              <a:defRPr sz="1200" b="0">
                <a:solidFill>
                  <a:srgbClr val="738096"/>
                </a:solidFill>
              </a:defRPr>
            </a:lvl8pPr>
            <a:lvl9pPr>
              <a:defRPr sz="12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38096"/>
                </a:solidFill>
              </a:defRPr>
            </a:pPr>
            <a:r>
              <a:rPr sz="1200" b="0">
                <a:solidFill>
                  <a:srgbClr val="738096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16A2E6-8443-462B-B832-ECBACA65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95475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0">
                <a:solidFill>
                  <a:srgbClr val="18243C"/>
                </a:solidFill>
              </a:defRPr>
            </a:defPPr>
            <a:lvl1pPr>
              <a:defRPr sz="1650" b="0">
                <a:solidFill>
                  <a:srgbClr val="18243C"/>
                </a:solidFill>
              </a:defRPr>
            </a:lvl1pPr>
            <a:lvl2pPr>
              <a:defRPr sz="1650" b="0">
                <a:solidFill>
                  <a:srgbClr val="18243C"/>
                </a:solidFill>
              </a:defRPr>
            </a:lvl2pPr>
            <a:lvl3pPr>
              <a:defRPr sz="1650" b="0">
                <a:solidFill>
                  <a:srgbClr val="18243C"/>
                </a:solidFill>
              </a:defRPr>
            </a:lvl3pPr>
            <a:lvl4pPr>
              <a:defRPr sz="1650" b="0">
                <a:solidFill>
                  <a:srgbClr val="18243C"/>
                </a:solidFill>
              </a:defRPr>
            </a:lvl4pPr>
            <a:lvl5pPr>
              <a:defRPr sz="1650" b="0">
                <a:solidFill>
                  <a:srgbClr val="18243C"/>
                </a:solidFill>
              </a:defRPr>
            </a:lvl5pPr>
            <a:lvl6pPr>
              <a:defRPr sz="1650" b="0">
                <a:solidFill>
                  <a:srgbClr val="18243C"/>
                </a:solidFill>
              </a:defRPr>
            </a:lvl6pPr>
            <a:lvl7pPr>
              <a:defRPr sz="1650" b="0">
                <a:solidFill>
                  <a:srgbClr val="18243C"/>
                </a:solidFill>
              </a:defRPr>
            </a:lvl7pPr>
            <a:lvl8pPr>
              <a:defRPr sz="1650" b="0">
                <a:solidFill>
                  <a:srgbClr val="18243C"/>
                </a:solidFill>
              </a:defRPr>
            </a:lvl8pPr>
            <a:lvl9pPr>
              <a:defRPr sz="1650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8243C"/>
                </a:solidFill>
              </a:defRPr>
            </a:pPr>
            <a:r>
              <a:rPr sz="1650" b="0">
                <a:solidFill>
                  <a:srgbClr val="18243C"/>
                </a:solidFill>
              </a:rPr>
              <a:t>Ранний пользовательский поток показывал поиск предложения, карточку товара, наценку и добавление в личный каталог.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7AC882-71EB-4BAE-BC50-75F6E93704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9c7049e03a4754"/>
          <a:stretch xmlns:a="http://schemas.openxmlformats.org/drawingml/2006/main"/>
        </p:blipFill>
        <p:spPr>
          <a:xfrm xmlns:a="http://schemas.openxmlformats.org/drawingml/2006/main">
            <a:off x="2054051" y="2781300"/>
            <a:ext cx="8083898" cy="3028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9439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F15B46-9F44-4E5A-B301-DF658DDD9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8243C"/>
                </a:solidFill>
              </a:defRPr>
            </a:defPPr>
            <a:lvl1pPr>
              <a:defRPr sz="1650" b="1">
                <a:solidFill>
                  <a:srgbClr val="18243C"/>
                </a:solidFill>
              </a:defRPr>
            </a:lvl1pPr>
            <a:lvl2pPr>
              <a:defRPr sz="1650" b="1">
                <a:solidFill>
                  <a:srgbClr val="18243C"/>
                </a:solidFill>
              </a:defRPr>
            </a:lvl2pPr>
            <a:lvl3pPr>
              <a:defRPr sz="1650" b="1">
                <a:solidFill>
                  <a:srgbClr val="18243C"/>
                </a:solidFill>
              </a:defRPr>
            </a:lvl3pPr>
            <a:lvl4pPr>
              <a:defRPr sz="1650" b="1">
                <a:solidFill>
                  <a:srgbClr val="18243C"/>
                </a:solidFill>
              </a:defRPr>
            </a:lvl4pPr>
            <a:lvl5pPr>
              <a:defRPr sz="1650" b="1">
                <a:solidFill>
                  <a:srgbClr val="18243C"/>
                </a:solidFill>
              </a:defRPr>
            </a:lvl5pPr>
            <a:lvl6pPr>
              <a:defRPr sz="1650" b="1">
                <a:solidFill>
                  <a:srgbClr val="18243C"/>
                </a:solidFill>
              </a:defRPr>
            </a:lvl6pPr>
            <a:lvl7pPr>
              <a:defRPr sz="1650" b="1">
                <a:solidFill>
                  <a:srgbClr val="18243C"/>
                </a:solidFill>
              </a:defRPr>
            </a:lvl7pPr>
            <a:lvl8pPr>
              <a:defRPr sz="1650" b="1">
                <a:solidFill>
                  <a:srgbClr val="18243C"/>
                </a:solidFill>
              </a:defRPr>
            </a:lvl8pPr>
            <a:lvl9pPr>
              <a:defRPr sz="16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8243C"/>
                </a:solidFill>
              </a:defRPr>
            </a:pPr>
            <a:r>
              <a:rPr sz="1650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6508B1-7505-4687-B56C-7D043CE16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5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85BEB"/>
                </a:solidFill>
              </a:defRPr>
            </a:defPPr>
            <a:lvl1pPr>
              <a:defRPr sz="1650" b="1">
                <a:solidFill>
                  <a:srgbClr val="285BEB"/>
                </a:solidFill>
              </a:defRPr>
            </a:lvl1pPr>
            <a:lvl2pPr>
              <a:defRPr sz="1650" b="1">
                <a:solidFill>
                  <a:srgbClr val="285BEB"/>
                </a:solidFill>
              </a:defRPr>
            </a:lvl2pPr>
            <a:lvl3pPr>
              <a:defRPr sz="1650" b="1">
                <a:solidFill>
                  <a:srgbClr val="285BEB"/>
                </a:solidFill>
              </a:defRPr>
            </a:lvl3pPr>
            <a:lvl4pPr>
              <a:defRPr sz="1650" b="1">
                <a:solidFill>
                  <a:srgbClr val="285BEB"/>
                </a:solidFill>
              </a:defRPr>
            </a:lvl4pPr>
            <a:lvl5pPr>
              <a:defRPr sz="1650" b="1">
                <a:solidFill>
                  <a:srgbClr val="285BEB"/>
                </a:solidFill>
              </a:defRPr>
            </a:lvl5pPr>
            <a:lvl6pPr>
              <a:defRPr sz="1650" b="1">
                <a:solidFill>
                  <a:srgbClr val="285BEB"/>
                </a:solidFill>
              </a:defRPr>
            </a:lvl6pPr>
            <a:lvl7pPr>
              <a:defRPr sz="1650" b="1">
                <a:solidFill>
                  <a:srgbClr val="285BEB"/>
                </a:solidFill>
              </a:defRPr>
            </a:lvl7pPr>
            <a:lvl8pPr>
              <a:defRPr sz="1650" b="1">
                <a:solidFill>
                  <a:srgbClr val="285BEB"/>
                </a:solidFill>
              </a:defRPr>
            </a:lvl8pPr>
            <a:lvl9pPr>
              <a:defRPr sz="16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85BEB"/>
                </a:solidFill>
              </a:defRPr>
            </a:pPr>
            <a:r>
              <a:rPr sz="1650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1774ED-8856-4107-BEC2-0946B961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63187-999D-4F09-9C91-7A157CE84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096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8243C"/>
                </a:solidFill>
              </a:defRPr>
            </a:defPPr>
            <a:lvl1pPr>
              <a:defRPr sz="2850" b="1">
                <a:solidFill>
                  <a:srgbClr val="18243C"/>
                </a:solidFill>
              </a:defRPr>
            </a:lvl1pPr>
            <a:lvl2pPr>
              <a:defRPr sz="2850" b="1">
                <a:solidFill>
                  <a:srgbClr val="18243C"/>
                </a:solidFill>
              </a:defRPr>
            </a:lvl2pPr>
            <a:lvl3pPr>
              <a:defRPr sz="2850" b="1">
                <a:solidFill>
                  <a:srgbClr val="18243C"/>
                </a:solidFill>
              </a:defRPr>
            </a:lvl3pPr>
            <a:lvl4pPr>
              <a:defRPr sz="2850" b="1">
                <a:solidFill>
                  <a:srgbClr val="18243C"/>
                </a:solidFill>
              </a:defRPr>
            </a:lvl4pPr>
            <a:lvl5pPr>
              <a:defRPr sz="2850" b="1">
                <a:solidFill>
                  <a:srgbClr val="18243C"/>
                </a:solidFill>
              </a:defRPr>
            </a:lvl5pPr>
            <a:lvl6pPr>
              <a:defRPr sz="2850" b="1">
                <a:solidFill>
                  <a:srgbClr val="18243C"/>
                </a:solidFill>
              </a:defRPr>
            </a:lvl6pPr>
            <a:lvl7pPr>
              <a:defRPr sz="2850" b="1">
                <a:solidFill>
                  <a:srgbClr val="18243C"/>
                </a:solidFill>
              </a:defRPr>
            </a:lvl7pPr>
            <a:lvl8pPr>
              <a:defRPr sz="2850" b="1">
                <a:solidFill>
                  <a:srgbClr val="18243C"/>
                </a:solidFill>
              </a:defRPr>
            </a:lvl8pPr>
            <a:lvl9pPr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Заказ DC-0101 проверяет логику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223365-0A9E-4EA7-A4E0-E733C711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738096"/>
                </a:solidFill>
              </a:defRPr>
            </a:defPPr>
            <a:lvl1pPr>
              <a:defRPr sz="1200" b="0">
                <a:solidFill>
                  <a:srgbClr val="738096"/>
                </a:solidFill>
              </a:defRPr>
            </a:lvl1pPr>
            <a:lvl2pPr>
              <a:defRPr sz="1200" b="0">
                <a:solidFill>
                  <a:srgbClr val="738096"/>
                </a:solidFill>
              </a:defRPr>
            </a:lvl2pPr>
            <a:lvl3pPr>
              <a:defRPr sz="1200" b="0">
                <a:solidFill>
                  <a:srgbClr val="738096"/>
                </a:solidFill>
              </a:defRPr>
            </a:lvl3pPr>
            <a:lvl4pPr>
              <a:defRPr sz="1200" b="0">
                <a:solidFill>
                  <a:srgbClr val="738096"/>
                </a:solidFill>
              </a:defRPr>
            </a:lvl4pPr>
            <a:lvl5pPr>
              <a:defRPr sz="1200" b="0">
                <a:solidFill>
                  <a:srgbClr val="738096"/>
                </a:solidFill>
              </a:defRPr>
            </a:lvl5pPr>
            <a:lvl6pPr>
              <a:defRPr sz="1200" b="0">
                <a:solidFill>
                  <a:srgbClr val="738096"/>
                </a:solidFill>
              </a:defRPr>
            </a:lvl6pPr>
            <a:lvl7pPr>
              <a:defRPr sz="1200" b="0">
                <a:solidFill>
                  <a:srgbClr val="738096"/>
                </a:solidFill>
              </a:defRPr>
            </a:lvl7pPr>
            <a:lvl8pPr>
              <a:defRPr sz="1200" b="0">
                <a:solidFill>
                  <a:srgbClr val="738096"/>
                </a:solidFill>
              </a:defRPr>
            </a:lvl8pPr>
            <a:lvl9pPr>
              <a:defRPr sz="12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38096"/>
                </a:solidFill>
              </a:defRPr>
            </a:pPr>
            <a:r>
              <a:rPr sz="1200" b="0">
                <a:solidFill>
                  <a:srgbClr val="738096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E51005-1367-4E9B-B154-11E9F01E3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7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285BEB"/>
                </a:solidFill>
              </a:defRPr>
            </a:defPPr>
            <a:lvl1pPr>
              <a:defRPr sz="2025" b="1">
                <a:solidFill>
                  <a:srgbClr val="285BEB"/>
                </a:solidFill>
              </a:defRPr>
            </a:lvl1pPr>
            <a:lvl2pPr>
              <a:defRPr sz="2025" b="1">
                <a:solidFill>
                  <a:srgbClr val="285BEB"/>
                </a:solidFill>
              </a:defRPr>
            </a:lvl2pPr>
            <a:lvl3pPr>
              <a:defRPr sz="2025" b="1">
                <a:solidFill>
                  <a:srgbClr val="285BEB"/>
                </a:solidFill>
              </a:defRPr>
            </a:lvl3pPr>
            <a:lvl4pPr>
              <a:defRPr sz="2025" b="1">
                <a:solidFill>
                  <a:srgbClr val="285BEB"/>
                </a:solidFill>
              </a:defRPr>
            </a:lvl4pPr>
            <a:lvl5pPr>
              <a:defRPr sz="2025" b="1">
                <a:solidFill>
                  <a:srgbClr val="285BEB"/>
                </a:solidFill>
              </a:defRPr>
            </a:lvl5pPr>
            <a:lvl6pPr>
              <a:defRPr sz="2025" b="1">
                <a:solidFill>
                  <a:srgbClr val="285BEB"/>
                </a:solidFill>
              </a:defRPr>
            </a:lvl6pPr>
            <a:lvl7pPr>
              <a:defRPr sz="2025" b="1">
                <a:solidFill>
                  <a:srgbClr val="285BEB"/>
                </a:solidFill>
              </a:defRPr>
            </a:lvl7pPr>
            <a:lvl8pPr>
              <a:defRPr sz="2025" b="1">
                <a:solidFill>
                  <a:srgbClr val="285BEB"/>
                </a:solidFill>
              </a:defRPr>
            </a:lvl8pPr>
            <a:lvl9pPr>
              <a:defRPr sz="20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85BEB"/>
                </a:solidFill>
              </a:defRPr>
            </a:pPr>
            <a:r>
              <a:rPr sz="2025" b="1">
                <a:solidFill>
                  <a:srgbClr val="285BEB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ECAE49-1C23-4CB1-84F7-833275A96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0025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Наушники TechSupply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5AF8F0-EAED-49D3-9FC4-09C260D8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0025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8243C"/>
                </a:solidFill>
              </a:defRPr>
            </a:defPPr>
            <a:lvl1pPr>
              <a:defRPr sz="1800" b="1">
                <a:solidFill>
                  <a:srgbClr val="18243C"/>
                </a:solidFill>
              </a:defRPr>
            </a:lvl1pPr>
            <a:lvl2pPr>
              <a:defRPr sz="1800" b="1">
                <a:solidFill>
                  <a:srgbClr val="18243C"/>
                </a:solidFill>
              </a:defRPr>
            </a:lvl2pPr>
            <a:lvl3pPr>
              <a:defRPr sz="1800" b="1">
                <a:solidFill>
                  <a:srgbClr val="18243C"/>
                </a:solidFill>
              </a:defRPr>
            </a:lvl3pPr>
            <a:lvl4pPr>
              <a:defRPr sz="1800" b="1">
                <a:solidFill>
                  <a:srgbClr val="18243C"/>
                </a:solidFill>
              </a:defRPr>
            </a:lvl4pPr>
            <a:lvl5pPr>
              <a:defRPr sz="1800" b="1">
                <a:solidFill>
                  <a:srgbClr val="18243C"/>
                </a:solidFill>
              </a:defRPr>
            </a:lvl5pPr>
            <a:lvl6pPr>
              <a:defRPr sz="1800" b="1">
                <a:solidFill>
                  <a:srgbClr val="18243C"/>
                </a:solidFill>
              </a:defRPr>
            </a:lvl6pPr>
            <a:lvl7pPr>
              <a:defRPr sz="1800" b="1">
                <a:solidFill>
                  <a:srgbClr val="18243C"/>
                </a:solidFill>
              </a:defRPr>
            </a:lvl7pPr>
            <a:lvl8pPr>
              <a:defRPr sz="1800" b="1">
                <a:solidFill>
                  <a:srgbClr val="18243C"/>
                </a:solidFill>
              </a:defRPr>
            </a:lvl8pPr>
            <a:lvl9pPr>
              <a:defRPr sz="18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8243C"/>
                </a:solidFill>
              </a:defRPr>
            </a:pPr>
            <a:r>
              <a:rPr sz="1800" b="1">
                <a:solidFill>
                  <a:srgbClr val="18243C"/>
                </a:solidFill>
              </a:rPr>
              <a:t>1 890 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D7E3AF-29CB-46F5-8460-0A8E334A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DB7FBA-7A12-4935-9A06-B20BB504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14625"/>
            <a:ext cx="47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285BEB"/>
                </a:solidFill>
              </a:defRPr>
            </a:defPPr>
            <a:lvl1pPr>
              <a:defRPr sz="2025" b="1">
                <a:solidFill>
                  <a:srgbClr val="285BEB"/>
                </a:solidFill>
              </a:defRPr>
            </a:lvl1pPr>
            <a:lvl2pPr>
              <a:defRPr sz="2025" b="1">
                <a:solidFill>
                  <a:srgbClr val="285BEB"/>
                </a:solidFill>
              </a:defRPr>
            </a:lvl2pPr>
            <a:lvl3pPr>
              <a:defRPr sz="2025" b="1">
                <a:solidFill>
                  <a:srgbClr val="285BEB"/>
                </a:solidFill>
              </a:defRPr>
            </a:lvl3pPr>
            <a:lvl4pPr>
              <a:defRPr sz="2025" b="1">
                <a:solidFill>
                  <a:srgbClr val="285BEB"/>
                </a:solidFill>
              </a:defRPr>
            </a:lvl4pPr>
            <a:lvl5pPr>
              <a:defRPr sz="2025" b="1">
                <a:solidFill>
                  <a:srgbClr val="285BEB"/>
                </a:solidFill>
              </a:defRPr>
            </a:lvl5pPr>
            <a:lvl6pPr>
              <a:defRPr sz="2025" b="1">
                <a:solidFill>
                  <a:srgbClr val="285BEB"/>
                </a:solidFill>
              </a:defRPr>
            </a:lvl6pPr>
            <a:lvl7pPr>
              <a:defRPr sz="2025" b="1">
                <a:solidFill>
                  <a:srgbClr val="285BEB"/>
                </a:solidFill>
              </a:defRPr>
            </a:lvl7pPr>
            <a:lvl8pPr>
              <a:defRPr sz="2025" b="1">
                <a:solidFill>
                  <a:srgbClr val="285BEB"/>
                </a:solidFill>
              </a:defRPr>
            </a:lvl8pPr>
            <a:lvl9pPr>
              <a:defRPr sz="20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85BEB"/>
                </a:solidFill>
              </a:defRPr>
            </a:pPr>
            <a:r>
              <a:rPr sz="2025" b="1">
                <a:solidFill>
                  <a:srgbClr val="285BEB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59DEC7-FC1F-4326-A0BC-0F11E99E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14625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Наценка 25%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4A3D5C-47E2-4971-B180-B53A6D26F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14625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8243C"/>
                </a:solidFill>
              </a:defRPr>
            </a:defPPr>
            <a:lvl1pPr>
              <a:defRPr sz="1800" b="1">
                <a:solidFill>
                  <a:srgbClr val="18243C"/>
                </a:solidFill>
              </a:defRPr>
            </a:lvl1pPr>
            <a:lvl2pPr>
              <a:defRPr sz="1800" b="1">
                <a:solidFill>
                  <a:srgbClr val="18243C"/>
                </a:solidFill>
              </a:defRPr>
            </a:lvl2pPr>
            <a:lvl3pPr>
              <a:defRPr sz="1800" b="1">
                <a:solidFill>
                  <a:srgbClr val="18243C"/>
                </a:solidFill>
              </a:defRPr>
            </a:lvl3pPr>
            <a:lvl4pPr>
              <a:defRPr sz="1800" b="1">
                <a:solidFill>
                  <a:srgbClr val="18243C"/>
                </a:solidFill>
              </a:defRPr>
            </a:lvl4pPr>
            <a:lvl5pPr>
              <a:defRPr sz="1800" b="1">
                <a:solidFill>
                  <a:srgbClr val="18243C"/>
                </a:solidFill>
              </a:defRPr>
            </a:lvl5pPr>
            <a:lvl6pPr>
              <a:defRPr sz="1800" b="1">
                <a:solidFill>
                  <a:srgbClr val="18243C"/>
                </a:solidFill>
              </a:defRPr>
            </a:lvl6pPr>
            <a:lvl7pPr>
              <a:defRPr sz="1800" b="1">
                <a:solidFill>
                  <a:srgbClr val="18243C"/>
                </a:solidFill>
              </a:defRPr>
            </a:lvl7pPr>
            <a:lvl8pPr>
              <a:defRPr sz="1800" b="1">
                <a:solidFill>
                  <a:srgbClr val="18243C"/>
                </a:solidFill>
              </a:defRPr>
            </a:lvl8pPr>
            <a:lvl9pPr>
              <a:defRPr sz="18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8243C"/>
                </a:solidFill>
              </a:defRPr>
            </a:pPr>
            <a:r>
              <a:rPr sz="1800" b="1">
                <a:solidFill>
                  <a:srgbClr val="18243C"/>
                </a:solidFill>
              </a:rPr>
              <a:t>2 363 ₽ цена продажи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706A48-2C8B-47A4-A676-130C2B98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12FDBC-64A1-4580-836B-EAA78D171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47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285BEB"/>
                </a:solidFill>
              </a:defRPr>
            </a:defPPr>
            <a:lvl1pPr>
              <a:defRPr sz="2025" b="1">
                <a:solidFill>
                  <a:srgbClr val="285BEB"/>
                </a:solidFill>
              </a:defRPr>
            </a:lvl1pPr>
            <a:lvl2pPr>
              <a:defRPr sz="2025" b="1">
                <a:solidFill>
                  <a:srgbClr val="285BEB"/>
                </a:solidFill>
              </a:defRPr>
            </a:lvl2pPr>
            <a:lvl3pPr>
              <a:defRPr sz="2025" b="1">
                <a:solidFill>
                  <a:srgbClr val="285BEB"/>
                </a:solidFill>
              </a:defRPr>
            </a:lvl3pPr>
            <a:lvl4pPr>
              <a:defRPr sz="2025" b="1">
                <a:solidFill>
                  <a:srgbClr val="285BEB"/>
                </a:solidFill>
              </a:defRPr>
            </a:lvl4pPr>
            <a:lvl5pPr>
              <a:defRPr sz="2025" b="1">
                <a:solidFill>
                  <a:srgbClr val="285BEB"/>
                </a:solidFill>
              </a:defRPr>
            </a:lvl5pPr>
            <a:lvl6pPr>
              <a:defRPr sz="2025" b="1">
                <a:solidFill>
                  <a:srgbClr val="285BEB"/>
                </a:solidFill>
              </a:defRPr>
            </a:lvl6pPr>
            <a:lvl7pPr>
              <a:defRPr sz="2025" b="1">
                <a:solidFill>
                  <a:srgbClr val="285BEB"/>
                </a:solidFill>
              </a:defRPr>
            </a:lvl7pPr>
            <a:lvl8pPr>
              <a:defRPr sz="2025" b="1">
                <a:solidFill>
                  <a:srgbClr val="285BEB"/>
                </a:solidFill>
              </a:defRPr>
            </a:lvl8pPr>
            <a:lvl9pPr>
              <a:defRPr sz="20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85BEB"/>
                </a:solidFill>
              </a:defRPr>
            </a:pPr>
            <a:r>
              <a:rPr sz="2025" b="1">
                <a:solidFill>
                  <a:srgbClr val="285BEB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BF9369-39A8-446A-87CB-2BA6118C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429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Доставка после подтверждения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31882D-F726-40FA-A4EE-2B7F3A82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290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8243C"/>
                </a:solidFill>
              </a:defRPr>
            </a:defPPr>
            <a:lvl1pPr>
              <a:defRPr sz="1800" b="1">
                <a:solidFill>
                  <a:srgbClr val="18243C"/>
                </a:solidFill>
              </a:defRPr>
            </a:lvl1pPr>
            <a:lvl2pPr>
              <a:defRPr sz="1800" b="1">
                <a:solidFill>
                  <a:srgbClr val="18243C"/>
                </a:solidFill>
              </a:defRPr>
            </a:lvl2pPr>
            <a:lvl3pPr>
              <a:defRPr sz="1800" b="1">
                <a:solidFill>
                  <a:srgbClr val="18243C"/>
                </a:solidFill>
              </a:defRPr>
            </a:lvl3pPr>
            <a:lvl4pPr>
              <a:defRPr sz="1800" b="1">
                <a:solidFill>
                  <a:srgbClr val="18243C"/>
                </a:solidFill>
              </a:defRPr>
            </a:lvl4pPr>
            <a:lvl5pPr>
              <a:defRPr sz="1800" b="1">
                <a:solidFill>
                  <a:srgbClr val="18243C"/>
                </a:solidFill>
              </a:defRPr>
            </a:lvl5pPr>
            <a:lvl6pPr>
              <a:defRPr sz="1800" b="1">
                <a:solidFill>
                  <a:srgbClr val="18243C"/>
                </a:solidFill>
              </a:defRPr>
            </a:lvl6pPr>
            <a:lvl7pPr>
              <a:defRPr sz="1800" b="1">
                <a:solidFill>
                  <a:srgbClr val="18243C"/>
                </a:solidFill>
              </a:defRPr>
            </a:lvl7pPr>
            <a:lvl8pPr>
              <a:defRPr sz="1800" b="1">
                <a:solidFill>
                  <a:srgbClr val="18243C"/>
                </a:solidFill>
              </a:defRPr>
            </a:lvl8pPr>
            <a:lvl9pPr>
              <a:defRPr sz="18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8243C"/>
                </a:solidFill>
              </a:defRPr>
            </a:pPr>
            <a:r>
              <a:rPr sz="1800" b="1">
                <a:solidFill>
                  <a:srgbClr val="18243C"/>
                </a:solidFill>
              </a:rPr>
              <a:t>250 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D54DB3-2A64-440E-BEEA-3472B262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F5256D-28DA-44A1-A0A5-B04C56F5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43375"/>
            <a:ext cx="47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285BEB"/>
                </a:solidFill>
              </a:defRPr>
            </a:defPPr>
            <a:lvl1pPr>
              <a:defRPr sz="2025" b="1">
                <a:solidFill>
                  <a:srgbClr val="285BEB"/>
                </a:solidFill>
              </a:defRPr>
            </a:lvl1pPr>
            <a:lvl2pPr>
              <a:defRPr sz="2025" b="1">
                <a:solidFill>
                  <a:srgbClr val="285BEB"/>
                </a:solidFill>
              </a:defRPr>
            </a:lvl2pPr>
            <a:lvl3pPr>
              <a:defRPr sz="2025" b="1">
                <a:solidFill>
                  <a:srgbClr val="285BEB"/>
                </a:solidFill>
              </a:defRPr>
            </a:lvl3pPr>
            <a:lvl4pPr>
              <a:defRPr sz="2025" b="1">
                <a:solidFill>
                  <a:srgbClr val="285BEB"/>
                </a:solidFill>
              </a:defRPr>
            </a:lvl4pPr>
            <a:lvl5pPr>
              <a:defRPr sz="2025" b="1">
                <a:solidFill>
                  <a:srgbClr val="285BEB"/>
                </a:solidFill>
              </a:defRPr>
            </a:lvl5pPr>
            <a:lvl6pPr>
              <a:defRPr sz="2025" b="1">
                <a:solidFill>
                  <a:srgbClr val="285BEB"/>
                </a:solidFill>
              </a:defRPr>
            </a:lvl6pPr>
            <a:lvl7pPr>
              <a:defRPr sz="2025" b="1">
                <a:solidFill>
                  <a:srgbClr val="285BEB"/>
                </a:solidFill>
              </a:defRPr>
            </a:lvl7pPr>
            <a:lvl8pPr>
              <a:defRPr sz="2025" b="1">
                <a:solidFill>
                  <a:srgbClr val="285BEB"/>
                </a:solidFill>
              </a:defRPr>
            </a:lvl8pPr>
            <a:lvl9pPr>
              <a:defRPr sz="20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85BEB"/>
                </a:solidFill>
              </a:defRPr>
            </a:pPr>
            <a:r>
              <a:rPr sz="2025" b="1">
                <a:solidFill>
                  <a:srgbClr val="285BEB"/>
                </a:solidFill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4BFFA0-A499-48D7-9CD5-116B31D3E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43375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Комиссия 2% от товара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25ACBE-8011-45E6-BE84-E4DCAD58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43375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8243C"/>
                </a:solidFill>
              </a:defRPr>
            </a:defPPr>
            <a:lvl1pPr>
              <a:defRPr sz="1800" b="1">
                <a:solidFill>
                  <a:srgbClr val="18243C"/>
                </a:solidFill>
              </a:defRPr>
            </a:lvl1pPr>
            <a:lvl2pPr>
              <a:defRPr sz="1800" b="1">
                <a:solidFill>
                  <a:srgbClr val="18243C"/>
                </a:solidFill>
              </a:defRPr>
            </a:lvl2pPr>
            <a:lvl3pPr>
              <a:defRPr sz="1800" b="1">
                <a:solidFill>
                  <a:srgbClr val="18243C"/>
                </a:solidFill>
              </a:defRPr>
            </a:lvl3pPr>
            <a:lvl4pPr>
              <a:defRPr sz="1800" b="1">
                <a:solidFill>
                  <a:srgbClr val="18243C"/>
                </a:solidFill>
              </a:defRPr>
            </a:lvl4pPr>
            <a:lvl5pPr>
              <a:defRPr sz="1800" b="1">
                <a:solidFill>
                  <a:srgbClr val="18243C"/>
                </a:solidFill>
              </a:defRPr>
            </a:lvl5pPr>
            <a:lvl6pPr>
              <a:defRPr sz="1800" b="1">
                <a:solidFill>
                  <a:srgbClr val="18243C"/>
                </a:solidFill>
              </a:defRPr>
            </a:lvl6pPr>
            <a:lvl7pPr>
              <a:defRPr sz="1800" b="1">
                <a:solidFill>
                  <a:srgbClr val="18243C"/>
                </a:solidFill>
              </a:defRPr>
            </a:lvl7pPr>
            <a:lvl8pPr>
              <a:defRPr sz="1800" b="1">
                <a:solidFill>
                  <a:srgbClr val="18243C"/>
                </a:solidFill>
              </a:defRPr>
            </a:lvl8pPr>
            <a:lvl9pPr>
              <a:defRPr sz="18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8243C"/>
                </a:solidFill>
              </a:defRPr>
            </a:pPr>
            <a:r>
              <a:rPr sz="1800" b="1">
                <a:solidFill>
                  <a:srgbClr val="18243C"/>
                </a:solidFill>
              </a:rPr>
              <a:t>37,80 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10BFFF-A8FC-476D-9C14-0A13D646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D6F44C-9400-4FE0-A189-8BC64497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57750"/>
            <a:ext cx="47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285BEB"/>
                </a:solidFill>
              </a:defRPr>
            </a:defPPr>
            <a:lvl1pPr>
              <a:defRPr sz="2025" b="1">
                <a:solidFill>
                  <a:srgbClr val="285BEB"/>
                </a:solidFill>
              </a:defRPr>
            </a:lvl1pPr>
            <a:lvl2pPr>
              <a:defRPr sz="2025" b="1">
                <a:solidFill>
                  <a:srgbClr val="285BEB"/>
                </a:solidFill>
              </a:defRPr>
            </a:lvl2pPr>
            <a:lvl3pPr>
              <a:defRPr sz="2025" b="1">
                <a:solidFill>
                  <a:srgbClr val="285BEB"/>
                </a:solidFill>
              </a:defRPr>
            </a:lvl3pPr>
            <a:lvl4pPr>
              <a:defRPr sz="2025" b="1">
                <a:solidFill>
                  <a:srgbClr val="285BEB"/>
                </a:solidFill>
              </a:defRPr>
            </a:lvl4pPr>
            <a:lvl5pPr>
              <a:defRPr sz="2025" b="1">
                <a:solidFill>
                  <a:srgbClr val="285BEB"/>
                </a:solidFill>
              </a:defRPr>
            </a:lvl5pPr>
            <a:lvl6pPr>
              <a:defRPr sz="2025" b="1">
                <a:solidFill>
                  <a:srgbClr val="285BEB"/>
                </a:solidFill>
              </a:defRPr>
            </a:lvl6pPr>
            <a:lvl7pPr>
              <a:defRPr sz="2025" b="1">
                <a:solidFill>
                  <a:srgbClr val="285BEB"/>
                </a:solidFill>
              </a:defRPr>
            </a:lvl7pPr>
            <a:lvl8pPr>
              <a:defRPr sz="2025" b="1">
                <a:solidFill>
                  <a:srgbClr val="285BEB"/>
                </a:solidFill>
              </a:defRPr>
            </a:lvl8pPr>
            <a:lvl9pPr>
              <a:defRPr sz="20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85BEB"/>
                </a:solidFill>
              </a:defRPr>
            </a:pPr>
            <a:r>
              <a:rPr sz="2025" b="1">
                <a:solidFill>
                  <a:srgbClr val="285BEB"/>
                </a:solidFill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C64EDF-6BBA-413D-8062-9BEEA80E2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5775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18243C"/>
                </a:solidFill>
              </a:defRPr>
            </a:defPPr>
            <a:lvl1pPr>
              <a:defRPr sz="1725" b="1">
                <a:solidFill>
                  <a:srgbClr val="18243C"/>
                </a:solidFill>
              </a:defRPr>
            </a:lvl1pPr>
            <a:lvl2pPr>
              <a:defRPr sz="1725" b="1">
                <a:solidFill>
                  <a:srgbClr val="18243C"/>
                </a:solidFill>
              </a:defRPr>
            </a:lvl2pPr>
            <a:lvl3pPr>
              <a:defRPr sz="1725" b="1">
                <a:solidFill>
                  <a:srgbClr val="18243C"/>
                </a:solidFill>
              </a:defRPr>
            </a:lvl3pPr>
            <a:lvl4pPr>
              <a:defRPr sz="1725" b="1">
                <a:solidFill>
                  <a:srgbClr val="18243C"/>
                </a:solidFill>
              </a:defRPr>
            </a:lvl4pPr>
            <a:lvl5pPr>
              <a:defRPr sz="1725" b="1">
                <a:solidFill>
                  <a:srgbClr val="18243C"/>
                </a:solidFill>
              </a:defRPr>
            </a:lvl5pPr>
            <a:lvl6pPr>
              <a:defRPr sz="1725" b="1">
                <a:solidFill>
                  <a:srgbClr val="18243C"/>
                </a:solidFill>
              </a:defRPr>
            </a:lvl6pPr>
            <a:lvl7pPr>
              <a:defRPr sz="1725" b="1">
                <a:solidFill>
                  <a:srgbClr val="18243C"/>
                </a:solidFill>
              </a:defRPr>
            </a:lvl7pPr>
            <a:lvl8pPr>
              <a:defRPr sz="1725" b="1">
                <a:solidFill>
                  <a:srgbClr val="18243C"/>
                </a:solidFill>
              </a:defRPr>
            </a:lvl8pPr>
            <a:lvl9pPr>
              <a:defRPr sz="172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18243C"/>
                </a:solidFill>
              </a:defRPr>
            </a:pPr>
            <a:r>
              <a:rPr sz="1725" b="1">
                <a:solidFill>
                  <a:srgbClr val="18243C"/>
                </a:solidFill>
              </a:rPr>
              <a:t>Итог оплаты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A8B693-5467-402A-8349-B3F273C70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5775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3825D"/>
                </a:solidFill>
              </a:defRPr>
            </a:defPPr>
            <a:lvl1pPr>
              <a:defRPr sz="1800" b="1">
                <a:solidFill>
                  <a:srgbClr val="13825D"/>
                </a:solidFill>
              </a:defRPr>
            </a:lvl1pPr>
            <a:lvl2pPr>
              <a:defRPr sz="1800" b="1">
                <a:solidFill>
                  <a:srgbClr val="13825D"/>
                </a:solidFill>
              </a:defRPr>
            </a:lvl2pPr>
            <a:lvl3pPr>
              <a:defRPr sz="1800" b="1">
                <a:solidFill>
                  <a:srgbClr val="13825D"/>
                </a:solidFill>
              </a:defRPr>
            </a:lvl3pPr>
            <a:lvl4pPr>
              <a:defRPr sz="1800" b="1">
                <a:solidFill>
                  <a:srgbClr val="13825D"/>
                </a:solidFill>
              </a:defRPr>
            </a:lvl4pPr>
            <a:lvl5pPr>
              <a:defRPr sz="1800" b="1">
                <a:solidFill>
                  <a:srgbClr val="13825D"/>
                </a:solidFill>
              </a:defRPr>
            </a:lvl5pPr>
            <a:lvl6pPr>
              <a:defRPr sz="1800" b="1">
                <a:solidFill>
                  <a:srgbClr val="13825D"/>
                </a:solidFill>
              </a:defRPr>
            </a:lvl6pPr>
            <a:lvl7pPr>
              <a:defRPr sz="1800" b="1">
                <a:solidFill>
                  <a:srgbClr val="13825D"/>
                </a:solidFill>
              </a:defRPr>
            </a:lvl7pPr>
            <a:lvl8pPr>
              <a:defRPr sz="1800" b="1">
                <a:solidFill>
                  <a:srgbClr val="13825D"/>
                </a:solidFill>
              </a:defRPr>
            </a:lvl8pPr>
            <a:lvl9pPr>
              <a:defRPr sz="1800" b="1">
                <a:solidFill>
                  <a:srgbClr val="13825D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3825D"/>
                </a:solidFill>
              </a:defRPr>
            </a:pPr>
            <a:r>
              <a:rPr sz="1800" b="1">
                <a:solidFill>
                  <a:srgbClr val="13825D"/>
                </a:solidFill>
              </a:rPr>
              <a:t>2 177,80 ₽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7BBDCD-B9E1-4230-BA63-E89A5139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476ECA-6972-4453-AF63-4F2E91F9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85BEB"/>
                </a:solidFill>
              </a:defRPr>
            </a:defPPr>
            <a:lvl1pPr>
              <a:defRPr sz="1650" b="1">
                <a:solidFill>
                  <a:srgbClr val="285BEB"/>
                </a:solidFill>
              </a:defRPr>
            </a:lvl1pPr>
            <a:lvl2pPr>
              <a:defRPr sz="1650" b="1">
                <a:solidFill>
                  <a:srgbClr val="285BEB"/>
                </a:solidFill>
              </a:defRPr>
            </a:lvl2pPr>
            <a:lvl3pPr>
              <a:defRPr sz="1650" b="1">
                <a:solidFill>
                  <a:srgbClr val="285BEB"/>
                </a:solidFill>
              </a:defRPr>
            </a:lvl3pPr>
            <a:lvl4pPr>
              <a:defRPr sz="1650" b="1">
                <a:solidFill>
                  <a:srgbClr val="285BEB"/>
                </a:solidFill>
              </a:defRPr>
            </a:lvl4pPr>
            <a:lvl5pPr>
              <a:defRPr sz="1650" b="1">
                <a:solidFill>
                  <a:srgbClr val="285BEB"/>
                </a:solidFill>
              </a:defRPr>
            </a:lvl5pPr>
            <a:lvl6pPr>
              <a:defRPr sz="1650" b="1">
                <a:solidFill>
                  <a:srgbClr val="285BEB"/>
                </a:solidFill>
              </a:defRPr>
            </a:lvl6pPr>
            <a:lvl7pPr>
              <a:defRPr sz="1650" b="1">
                <a:solidFill>
                  <a:srgbClr val="285BEB"/>
                </a:solidFill>
              </a:defRPr>
            </a:lvl7pPr>
            <a:lvl8pPr>
              <a:defRPr sz="1650" b="1">
                <a:solidFill>
                  <a:srgbClr val="285BEB"/>
                </a:solidFill>
              </a:defRPr>
            </a:lvl8pPr>
            <a:lvl9pPr>
              <a:defRPr sz="16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85BEB"/>
                </a:solidFill>
              </a:defRPr>
            </a:pPr>
            <a:r>
              <a:rPr sz="1650" b="1">
                <a:solidFill>
                  <a:srgbClr val="285BEB"/>
                </a:solidFill>
              </a:rPr>
              <a:t>До подтверждения поставщика оплата недоступна.</a:t>
            </a:r>
          </a:p>
        </p:txBody>
      </p:sp>
    </p:spTree>
    <p:extLst>
      <p:ext uri="{BB962C8B-B14F-4D97-AF65-F5344CB8AC3E}">
        <p14:creationId xmlns:p14="http://schemas.microsoft.com/office/powerpoint/2010/main" val="4225923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78A53E-54F5-4E8D-8594-DB321C833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8243C"/>
                </a:solidFill>
              </a:defRPr>
            </a:defPPr>
            <a:lvl1pPr>
              <a:defRPr sz="1650" b="1">
                <a:solidFill>
                  <a:srgbClr val="18243C"/>
                </a:solidFill>
              </a:defRPr>
            </a:lvl1pPr>
            <a:lvl2pPr>
              <a:defRPr sz="1650" b="1">
                <a:solidFill>
                  <a:srgbClr val="18243C"/>
                </a:solidFill>
              </a:defRPr>
            </a:lvl2pPr>
            <a:lvl3pPr>
              <a:defRPr sz="1650" b="1">
                <a:solidFill>
                  <a:srgbClr val="18243C"/>
                </a:solidFill>
              </a:defRPr>
            </a:lvl3pPr>
            <a:lvl4pPr>
              <a:defRPr sz="1650" b="1">
                <a:solidFill>
                  <a:srgbClr val="18243C"/>
                </a:solidFill>
              </a:defRPr>
            </a:lvl4pPr>
            <a:lvl5pPr>
              <a:defRPr sz="1650" b="1">
                <a:solidFill>
                  <a:srgbClr val="18243C"/>
                </a:solidFill>
              </a:defRPr>
            </a:lvl5pPr>
            <a:lvl6pPr>
              <a:defRPr sz="1650" b="1">
                <a:solidFill>
                  <a:srgbClr val="18243C"/>
                </a:solidFill>
              </a:defRPr>
            </a:lvl6pPr>
            <a:lvl7pPr>
              <a:defRPr sz="1650" b="1">
                <a:solidFill>
                  <a:srgbClr val="18243C"/>
                </a:solidFill>
              </a:defRPr>
            </a:lvl7pPr>
            <a:lvl8pPr>
              <a:defRPr sz="1650" b="1">
                <a:solidFill>
                  <a:srgbClr val="18243C"/>
                </a:solidFill>
              </a:defRPr>
            </a:lvl8pPr>
            <a:lvl9pPr>
              <a:defRPr sz="16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8243C"/>
                </a:solidFill>
              </a:defRPr>
            </a:pPr>
            <a:r>
              <a:rPr sz="1650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30A69C-B606-46D5-A302-45F520C6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5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85BEB"/>
                </a:solidFill>
              </a:defRPr>
            </a:defPPr>
            <a:lvl1pPr>
              <a:defRPr sz="1650" b="1">
                <a:solidFill>
                  <a:srgbClr val="285BEB"/>
                </a:solidFill>
              </a:defRPr>
            </a:lvl1pPr>
            <a:lvl2pPr>
              <a:defRPr sz="1650" b="1">
                <a:solidFill>
                  <a:srgbClr val="285BEB"/>
                </a:solidFill>
              </a:defRPr>
            </a:lvl2pPr>
            <a:lvl3pPr>
              <a:defRPr sz="1650" b="1">
                <a:solidFill>
                  <a:srgbClr val="285BEB"/>
                </a:solidFill>
              </a:defRPr>
            </a:lvl3pPr>
            <a:lvl4pPr>
              <a:defRPr sz="1650" b="1">
                <a:solidFill>
                  <a:srgbClr val="285BEB"/>
                </a:solidFill>
              </a:defRPr>
            </a:lvl4pPr>
            <a:lvl5pPr>
              <a:defRPr sz="1650" b="1">
                <a:solidFill>
                  <a:srgbClr val="285BEB"/>
                </a:solidFill>
              </a:defRPr>
            </a:lvl5pPr>
            <a:lvl6pPr>
              <a:defRPr sz="1650" b="1">
                <a:solidFill>
                  <a:srgbClr val="285BEB"/>
                </a:solidFill>
              </a:defRPr>
            </a:lvl6pPr>
            <a:lvl7pPr>
              <a:defRPr sz="1650" b="1">
                <a:solidFill>
                  <a:srgbClr val="285BEB"/>
                </a:solidFill>
              </a:defRPr>
            </a:lvl7pPr>
            <a:lvl8pPr>
              <a:defRPr sz="1650" b="1">
                <a:solidFill>
                  <a:srgbClr val="285BEB"/>
                </a:solidFill>
              </a:defRPr>
            </a:lvl8pPr>
            <a:lvl9pPr>
              <a:defRPr sz="16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85BEB"/>
                </a:solidFill>
              </a:defRPr>
            </a:pPr>
            <a:r>
              <a:rPr sz="1650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3AAFBB-DB47-4F96-B4D1-A5212FB1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630E00-7352-40DC-9424-2FC310756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096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8243C"/>
                </a:solidFill>
              </a:defRPr>
            </a:defPPr>
            <a:lvl1pPr>
              <a:defRPr sz="2850" b="1">
                <a:solidFill>
                  <a:srgbClr val="18243C"/>
                </a:solidFill>
              </a:defRPr>
            </a:lvl1pPr>
            <a:lvl2pPr>
              <a:defRPr sz="2850" b="1">
                <a:solidFill>
                  <a:srgbClr val="18243C"/>
                </a:solidFill>
              </a:defRPr>
            </a:lvl2pPr>
            <a:lvl3pPr>
              <a:defRPr sz="2850" b="1">
                <a:solidFill>
                  <a:srgbClr val="18243C"/>
                </a:solidFill>
              </a:defRPr>
            </a:lvl3pPr>
            <a:lvl4pPr>
              <a:defRPr sz="2850" b="1">
                <a:solidFill>
                  <a:srgbClr val="18243C"/>
                </a:solidFill>
              </a:defRPr>
            </a:lvl4pPr>
            <a:lvl5pPr>
              <a:defRPr sz="2850" b="1">
                <a:solidFill>
                  <a:srgbClr val="18243C"/>
                </a:solidFill>
              </a:defRPr>
            </a:lvl5pPr>
            <a:lvl6pPr>
              <a:defRPr sz="2850" b="1">
                <a:solidFill>
                  <a:srgbClr val="18243C"/>
                </a:solidFill>
              </a:defRPr>
            </a:lvl6pPr>
            <a:lvl7pPr>
              <a:defRPr sz="2850" b="1">
                <a:solidFill>
                  <a:srgbClr val="18243C"/>
                </a:solidFill>
              </a:defRPr>
            </a:lvl7pPr>
            <a:lvl8pPr>
              <a:defRPr sz="2850" b="1">
                <a:solidFill>
                  <a:srgbClr val="18243C"/>
                </a:solidFill>
              </a:defRPr>
            </a:lvl8pPr>
            <a:lvl9pPr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Что появилось в итоговом макете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3CCD89-257F-4F97-B3B3-8A8205CD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738096"/>
                </a:solidFill>
              </a:defRPr>
            </a:defPPr>
            <a:lvl1pPr>
              <a:defRPr sz="1200" b="0">
                <a:solidFill>
                  <a:srgbClr val="738096"/>
                </a:solidFill>
              </a:defRPr>
            </a:lvl1pPr>
            <a:lvl2pPr>
              <a:defRPr sz="1200" b="0">
                <a:solidFill>
                  <a:srgbClr val="738096"/>
                </a:solidFill>
              </a:defRPr>
            </a:lvl2pPr>
            <a:lvl3pPr>
              <a:defRPr sz="1200" b="0">
                <a:solidFill>
                  <a:srgbClr val="738096"/>
                </a:solidFill>
              </a:defRPr>
            </a:lvl3pPr>
            <a:lvl4pPr>
              <a:defRPr sz="1200" b="0">
                <a:solidFill>
                  <a:srgbClr val="738096"/>
                </a:solidFill>
              </a:defRPr>
            </a:lvl4pPr>
            <a:lvl5pPr>
              <a:defRPr sz="1200" b="0">
                <a:solidFill>
                  <a:srgbClr val="738096"/>
                </a:solidFill>
              </a:defRPr>
            </a:lvl5pPr>
            <a:lvl6pPr>
              <a:defRPr sz="1200" b="0">
                <a:solidFill>
                  <a:srgbClr val="738096"/>
                </a:solidFill>
              </a:defRPr>
            </a:lvl6pPr>
            <a:lvl7pPr>
              <a:defRPr sz="1200" b="0">
                <a:solidFill>
                  <a:srgbClr val="738096"/>
                </a:solidFill>
              </a:defRPr>
            </a:lvl7pPr>
            <a:lvl8pPr>
              <a:defRPr sz="1200" b="0">
                <a:solidFill>
                  <a:srgbClr val="738096"/>
                </a:solidFill>
              </a:defRPr>
            </a:lvl8pPr>
            <a:lvl9pPr>
              <a:defRPr sz="12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38096"/>
                </a:solidFill>
              </a:defRPr>
            </a:pPr>
            <a:r>
              <a:rPr sz="1200" b="0">
                <a:solidFill>
                  <a:srgbClr val="738096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723890-2F8E-4C40-A485-58351018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285BEB"/>
                </a:solidFill>
              </a:defRPr>
            </a:defPPr>
            <a:lvl1pPr>
              <a:defRPr sz="2025" b="1">
                <a:solidFill>
                  <a:srgbClr val="285BEB"/>
                </a:solidFill>
              </a:defRPr>
            </a:lvl1pPr>
            <a:lvl2pPr>
              <a:defRPr sz="2025" b="1">
                <a:solidFill>
                  <a:srgbClr val="285BEB"/>
                </a:solidFill>
              </a:defRPr>
            </a:lvl2pPr>
            <a:lvl3pPr>
              <a:defRPr sz="2025" b="1">
                <a:solidFill>
                  <a:srgbClr val="285BEB"/>
                </a:solidFill>
              </a:defRPr>
            </a:lvl3pPr>
            <a:lvl4pPr>
              <a:defRPr sz="2025" b="1">
                <a:solidFill>
                  <a:srgbClr val="285BEB"/>
                </a:solidFill>
              </a:defRPr>
            </a:lvl4pPr>
            <a:lvl5pPr>
              <a:defRPr sz="2025" b="1">
                <a:solidFill>
                  <a:srgbClr val="285BEB"/>
                </a:solidFill>
              </a:defRPr>
            </a:lvl5pPr>
            <a:lvl6pPr>
              <a:defRPr sz="2025" b="1">
                <a:solidFill>
                  <a:srgbClr val="285BEB"/>
                </a:solidFill>
              </a:defRPr>
            </a:lvl6pPr>
            <a:lvl7pPr>
              <a:defRPr sz="2025" b="1">
                <a:solidFill>
                  <a:srgbClr val="285BEB"/>
                </a:solidFill>
              </a:defRPr>
            </a:lvl7pPr>
            <a:lvl8pPr>
              <a:defRPr sz="2025" b="1">
                <a:solidFill>
                  <a:srgbClr val="285BEB"/>
                </a:solidFill>
              </a:defRPr>
            </a:lvl8pPr>
            <a:lvl9pPr>
              <a:defRPr sz="20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85BEB"/>
                </a:solidFill>
              </a:defRPr>
            </a:pPr>
            <a:r>
              <a:rPr sz="2025" b="1">
                <a:solidFill>
                  <a:srgbClr val="285BEB"/>
                </a:solidFill>
              </a:rPr>
              <a:t>Для каждой роли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A60BDF-C60A-4F50-92CC-65CD53F25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333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Собственная навигация и вкладка статистики.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750701-C545-4BF2-8A3F-55D0E2706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47875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285BEB"/>
                </a:solidFill>
              </a:defRPr>
            </a:defPPr>
            <a:lvl1pPr>
              <a:defRPr sz="2025" b="1">
                <a:solidFill>
                  <a:srgbClr val="285BEB"/>
                </a:solidFill>
              </a:defRPr>
            </a:lvl1pPr>
            <a:lvl2pPr>
              <a:defRPr sz="2025" b="1">
                <a:solidFill>
                  <a:srgbClr val="285BEB"/>
                </a:solidFill>
              </a:defRPr>
            </a:lvl2pPr>
            <a:lvl3pPr>
              <a:defRPr sz="2025" b="1">
                <a:solidFill>
                  <a:srgbClr val="285BEB"/>
                </a:solidFill>
              </a:defRPr>
            </a:lvl3pPr>
            <a:lvl4pPr>
              <a:defRPr sz="2025" b="1">
                <a:solidFill>
                  <a:srgbClr val="285BEB"/>
                </a:solidFill>
              </a:defRPr>
            </a:lvl4pPr>
            <a:lvl5pPr>
              <a:defRPr sz="2025" b="1">
                <a:solidFill>
                  <a:srgbClr val="285BEB"/>
                </a:solidFill>
              </a:defRPr>
            </a:lvl5pPr>
            <a:lvl6pPr>
              <a:defRPr sz="2025" b="1">
                <a:solidFill>
                  <a:srgbClr val="285BEB"/>
                </a:solidFill>
              </a:defRPr>
            </a:lvl6pPr>
            <a:lvl7pPr>
              <a:defRPr sz="2025" b="1">
                <a:solidFill>
                  <a:srgbClr val="285BEB"/>
                </a:solidFill>
              </a:defRPr>
            </a:lvl7pPr>
            <a:lvl8pPr>
              <a:defRPr sz="2025" b="1">
                <a:solidFill>
                  <a:srgbClr val="285BEB"/>
                </a:solidFill>
              </a:defRPr>
            </a:lvl8pPr>
            <a:lvl9pPr>
              <a:defRPr sz="20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85BEB"/>
                </a:solidFill>
              </a:defRPr>
            </a:pPr>
            <a:r>
              <a:rPr sz="2025" b="1">
                <a:solidFill>
                  <a:srgbClr val="285BEB"/>
                </a:solidFill>
              </a:rPr>
              <a:t>В верхней панели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C8D66E-9596-4544-9F56-4E433B72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3333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Профиль по нажатию на аватар, тема и сворачивание меню до значков.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E8AE51-69D9-48FE-9F2F-F4B3F13FB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47875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285BEB"/>
                </a:solidFill>
              </a:defRPr>
            </a:defPPr>
            <a:lvl1pPr>
              <a:defRPr sz="2025" b="1">
                <a:solidFill>
                  <a:srgbClr val="285BEB"/>
                </a:solidFill>
              </a:defRPr>
            </a:lvl1pPr>
            <a:lvl2pPr>
              <a:defRPr sz="2025" b="1">
                <a:solidFill>
                  <a:srgbClr val="285BEB"/>
                </a:solidFill>
              </a:defRPr>
            </a:lvl2pPr>
            <a:lvl3pPr>
              <a:defRPr sz="2025" b="1">
                <a:solidFill>
                  <a:srgbClr val="285BEB"/>
                </a:solidFill>
              </a:defRPr>
            </a:lvl3pPr>
            <a:lvl4pPr>
              <a:defRPr sz="2025" b="1">
                <a:solidFill>
                  <a:srgbClr val="285BEB"/>
                </a:solidFill>
              </a:defRPr>
            </a:lvl4pPr>
            <a:lvl5pPr>
              <a:defRPr sz="2025" b="1">
                <a:solidFill>
                  <a:srgbClr val="285BEB"/>
                </a:solidFill>
              </a:defRPr>
            </a:lvl5pPr>
            <a:lvl6pPr>
              <a:defRPr sz="2025" b="1">
                <a:solidFill>
                  <a:srgbClr val="285BEB"/>
                </a:solidFill>
              </a:defRPr>
            </a:lvl6pPr>
            <a:lvl7pPr>
              <a:defRPr sz="2025" b="1">
                <a:solidFill>
                  <a:srgbClr val="285BEB"/>
                </a:solidFill>
              </a:defRPr>
            </a:lvl7pPr>
            <a:lvl8pPr>
              <a:defRPr sz="2025" b="1">
                <a:solidFill>
                  <a:srgbClr val="285BEB"/>
                </a:solidFill>
              </a:defRPr>
            </a:lvl8pPr>
            <a:lvl9pPr>
              <a:defRPr sz="202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85BEB"/>
                </a:solidFill>
              </a:defRPr>
            </a:pPr>
            <a:r>
              <a:rPr sz="2025" b="1">
                <a:solidFill>
                  <a:srgbClr val="285BEB"/>
                </a:solidFill>
              </a:rPr>
              <a:t>У администратора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990063-2338-4CB0-80BC-A34A62BB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71750"/>
            <a:ext cx="3333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Карточка каждого пользователя с данными, товарами и заказами.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557572-DA93-4667-B301-BAACF9D6C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8243C"/>
                </a:solidFill>
              </a:defRPr>
            </a:defPPr>
            <a:lvl1pPr>
              <a:defRPr sz="1800" b="1">
                <a:solidFill>
                  <a:srgbClr val="18243C"/>
                </a:solidFill>
              </a:defRPr>
            </a:lvl1pPr>
            <a:lvl2pPr>
              <a:defRPr sz="1800" b="1">
                <a:solidFill>
                  <a:srgbClr val="18243C"/>
                </a:solidFill>
              </a:defRPr>
            </a:lvl2pPr>
            <a:lvl3pPr>
              <a:defRPr sz="1800" b="1">
                <a:solidFill>
                  <a:srgbClr val="18243C"/>
                </a:solidFill>
              </a:defRPr>
            </a:lvl3pPr>
            <a:lvl4pPr>
              <a:defRPr sz="1800" b="1">
                <a:solidFill>
                  <a:srgbClr val="18243C"/>
                </a:solidFill>
              </a:defRPr>
            </a:lvl4pPr>
            <a:lvl5pPr>
              <a:defRPr sz="1800" b="1">
                <a:solidFill>
                  <a:srgbClr val="18243C"/>
                </a:solidFill>
              </a:defRPr>
            </a:lvl5pPr>
            <a:lvl6pPr>
              <a:defRPr sz="1800" b="1">
                <a:solidFill>
                  <a:srgbClr val="18243C"/>
                </a:solidFill>
              </a:defRPr>
            </a:lvl6pPr>
            <a:lvl7pPr>
              <a:defRPr sz="1800" b="1">
                <a:solidFill>
                  <a:srgbClr val="18243C"/>
                </a:solidFill>
              </a:defRPr>
            </a:lvl7pPr>
            <a:lvl8pPr>
              <a:defRPr sz="1800" b="1">
                <a:solidFill>
                  <a:srgbClr val="18243C"/>
                </a:solidFill>
              </a:defRPr>
            </a:lvl8pPr>
            <a:lvl9pPr>
              <a:defRPr sz="18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8243C"/>
                </a:solidFill>
              </a:defRPr>
            </a:pPr>
            <a:r>
              <a:rPr sz="1800" b="1">
                <a:solidFill>
                  <a:srgbClr val="18243C"/>
                </a:solidFill>
              </a:rPr>
              <a:t>Подписка в профиле обозначена как оплаченная. Цена тарифа не показана.</a:t>
            </a:r>
          </a:p>
        </p:txBody>
      </p:sp>
    </p:spTree>
    <p:extLst>
      <p:ext uri="{BB962C8B-B14F-4D97-AF65-F5344CB8AC3E}">
        <p14:creationId xmlns:p14="http://schemas.microsoft.com/office/powerpoint/2010/main" val="15943828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8A5412-0774-4E9D-81E6-4F335CFB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8243C"/>
                </a:solidFill>
              </a:defRPr>
            </a:defPPr>
            <a:lvl1pPr>
              <a:defRPr sz="1650" b="1">
                <a:solidFill>
                  <a:srgbClr val="18243C"/>
                </a:solidFill>
              </a:defRPr>
            </a:lvl1pPr>
            <a:lvl2pPr>
              <a:defRPr sz="1650" b="1">
                <a:solidFill>
                  <a:srgbClr val="18243C"/>
                </a:solidFill>
              </a:defRPr>
            </a:lvl2pPr>
            <a:lvl3pPr>
              <a:defRPr sz="1650" b="1">
                <a:solidFill>
                  <a:srgbClr val="18243C"/>
                </a:solidFill>
              </a:defRPr>
            </a:lvl3pPr>
            <a:lvl4pPr>
              <a:defRPr sz="1650" b="1">
                <a:solidFill>
                  <a:srgbClr val="18243C"/>
                </a:solidFill>
              </a:defRPr>
            </a:lvl4pPr>
            <a:lvl5pPr>
              <a:defRPr sz="1650" b="1">
                <a:solidFill>
                  <a:srgbClr val="18243C"/>
                </a:solidFill>
              </a:defRPr>
            </a:lvl5pPr>
            <a:lvl6pPr>
              <a:defRPr sz="1650" b="1">
                <a:solidFill>
                  <a:srgbClr val="18243C"/>
                </a:solidFill>
              </a:defRPr>
            </a:lvl6pPr>
            <a:lvl7pPr>
              <a:defRPr sz="1650" b="1">
                <a:solidFill>
                  <a:srgbClr val="18243C"/>
                </a:solidFill>
              </a:defRPr>
            </a:lvl7pPr>
            <a:lvl8pPr>
              <a:defRPr sz="1650" b="1">
                <a:solidFill>
                  <a:srgbClr val="18243C"/>
                </a:solidFill>
              </a:defRPr>
            </a:lvl8pPr>
            <a:lvl9pPr>
              <a:defRPr sz="16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8243C"/>
                </a:solidFill>
              </a:defRPr>
            </a:pPr>
            <a:r>
              <a:rPr sz="1650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14646-11DC-443A-80B1-A10A33A8F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5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85BEB"/>
                </a:solidFill>
              </a:defRPr>
            </a:defPPr>
            <a:lvl1pPr>
              <a:defRPr sz="1650" b="1">
                <a:solidFill>
                  <a:srgbClr val="285BEB"/>
                </a:solidFill>
              </a:defRPr>
            </a:lvl1pPr>
            <a:lvl2pPr>
              <a:defRPr sz="1650" b="1">
                <a:solidFill>
                  <a:srgbClr val="285BEB"/>
                </a:solidFill>
              </a:defRPr>
            </a:lvl2pPr>
            <a:lvl3pPr>
              <a:defRPr sz="1650" b="1">
                <a:solidFill>
                  <a:srgbClr val="285BEB"/>
                </a:solidFill>
              </a:defRPr>
            </a:lvl3pPr>
            <a:lvl4pPr>
              <a:defRPr sz="1650" b="1">
                <a:solidFill>
                  <a:srgbClr val="285BEB"/>
                </a:solidFill>
              </a:defRPr>
            </a:lvl4pPr>
            <a:lvl5pPr>
              <a:defRPr sz="1650" b="1">
                <a:solidFill>
                  <a:srgbClr val="285BEB"/>
                </a:solidFill>
              </a:defRPr>
            </a:lvl5pPr>
            <a:lvl6pPr>
              <a:defRPr sz="1650" b="1">
                <a:solidFill>
                  <a:srgbClr val="285BEB"/>
                </a:solidFill>
              </a:defRPr>
            </a:lvl6pPr>
            <a:lvl7pPr>
              <a:defRPr sz="1650" b="1">
                <a:solidFill>
                  <a:srgbClr val="285BEB"/>
                </a:solidFill>
              </a:defRPr>
            </a:lvl7pPr>
            <a:lvl8pPr>
              <a:defRPr sz="1650" b="1">
                <a:solidFill>
                  <a:srgbClr val="285BEB"/>
                </a:solidFill>
              </a:defRPr>
            </a:lvl8pPr>
            <a:lvl9pPr>
              <a:defRPr sz="16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85BEB"/>
                </a:solidFill>
              </a:defRPr>
            </a:pPr>
            <a:r>
              <a:rPr sz="1650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B57662-B8D4-42A9-A0BD-0B597FF5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02AC84-3707-49DD-BA37-875F8B95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096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8243C"/>
                </a:solidFill>
              </a:defRPr>
            </a:defPPr>
            <a:lvl1pPr>
              <a:defRPr sz="2850" b="1">
                <a:solidFill>
                  <a:srgbClr val="18243C"/>
                </a:solidFill>
              </a:defRPr>
            </a:lvl1pPr>
            <a:lvl2pPr>
              <a:defRPr sz="2850" b="1">
                <a:solidFill>
                  <a:srgbClr val="18243C"/>
                </a:solidFill>
              </a:defRPr>
            </a:lvl2pPr>
            <a:lvl3pPr>
              <a:defRPr sz="2850" b="1">
                <a:solidFill>
                  <a:srgbClr val="18243C"/>
                </a:solidFill>
              </a:defRPr>
            </a:lvl3pPr>
            <a:lvl4pPr>
              <a:defRPr sz="2850" b="1">
                <a:solidFill>
                  <a:srgbClr val="18243C"/>
                </a:solidFill>
              </a:defRPr>
            </a:lvl4pPr>
            <a:lvl5pPr>
              <a:defRPr sz="2850" b="1">
                <a:solidFill>
                  <a:srgbClr val="18243C"/>
                </a:solidFill>
              </a:defRPr>
            </a:lvl5pPr>
            <a:lvl6pPr>
              <a:defRPr sz="2850" b="1">
                <a:solidFill>
                  <a:srgbClr val="18243C"/>
                </a:solidFill>
              </a:defRPr>
            </a:lvl6pPr>
            <a:lvl7pPr>
              <a:defRPr sz="2850" b="1">
                <a:solidFill>
                  <a:srgbClr val="18243C"/>
                </a:solidFill>
              </a:defRPr>
            </a:lvl7pPr>
            <a:lvl8pPr>
              <a:defRPr sz="2850" b="1">
                <a:solidFill>
                  <a:srgbClr val="18243C"/>
                </a:solidFill>
              </a:defRPr>
            </a:lvl8pPr>
            <a:lvl9pPr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Что показала проверка удобства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5023A6-51EA-419F-A07C-66F86E88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738096"/>
                </a:solidFill>
              </a:defRPr>
            </a:defPPr>
            <a:lvl1pPr>
              <a:defRPr sz="1200" b="0">
                <a:solidFill>
                  <a:srgbClr val="738096"/>
                </a:solidFill>
              </a:defRPr>
            </a:lvl1pPr>
            <a:lvl2pPr>
              <a:defRPr sz="1200" b="0">
                <a:solidFill>
                  <a:srgbClr val="738096"/>
                </a:solidFill>
              </a:defRPr>
            </a:lvl2pPr>
            <a:lvl3pPr>
              <a:defRPr sz="1200" b="0">
                <a:solidFill>
                  <a:srgbClr val="738096"/>
                </a:solidFill>
              </a:defRPr>
            </a:lvl3pPr>
            <a:lvl4pPr>
              <a:defRPr sz="1200" b="0">
                <a:solidFill>
                  <a:srgbClr val="738096"/>
                </a:solidFill>
              </a:defRPr>
            </a:lvl4pPr>
            <a:lvl5pPr>
              <a:defRPr sz="1200" b="0">
                <a:solidFill>
                  <a:srgbClr val="738096"/>
                </a:solidFill>
              </a:defRPr>
            </a:lvl5pPr>
            <a:lvl6pPr>
              <a:defRPr sz="1200" b="0">
                <a:solidFill>
                  <a:srgbClr val="738096"/>
                </a:solidFill>
              </a:defRPr>
            </a:lvl6pPr>
            <a:lvl7pPr>
              <a:defRPr sz="1200" b="0">
                <a:solidFill>
                  <a:srgbClr val="738096"/>
                </a:solidFill>
              </a:defRPr>
            </a:lvl7pPr>
            <a:lvl8pPr>
              <a:defRPr sz="1200" b="0">
                <a:solidFill>
                  <a:srgbClr val="738096"/>
                </a:solidFill>
              </a:defRPr>
            </a:lvl8pPr>
            <a:lvl9pPr>
              <a:defRPr sz="12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38096"/>
                </a:solidFill>
              </a:defRPr>
            </a:pPr>
            <a:r>
              <a:rPr sz="1200" b="0">
                <a:solidFill>
                  <a:srgbClr val="738096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AB28EA-F96D-4C61-BFDE-76F1488F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285BEB"/>
                </a:solidFill>
              </a:defRPr>
            </a:defPPr>
            <a:lvl1pPr>
              <a:defRPr sz="1875" b="1">
                <a:solidFill>
                  <a:srgbClr val="285BEB"/>
                </a:solidFill>
              </a:defRPr>
            </a:lvl1pPr>
            <a:lvl2pPr>
              <a:defRPr sz="1875" b="1">
                <a:solidFill>
                  <a:srgbClr val="285BEB"/>
                </a:solidFill>
              </a:defRPr>
            </a:lvl2pPr>
            <a:lvl3pPr>
              <a:defRPr sz="1875" b="1">
                <a:solidFill>
                  <a:srgbClr val="285BEB"/>
                </a:solidFill>
              </a:defRPr>
            </a:lvl3pPr>
            <a:lvl4pPr>
              <a:defRPr sz="1875" b="1">
                <a:solidFill>
                  <a:srgbClr val="285BEB"/>
                </a:solidFill>
              </a:defRPr>
            </a:lvl4pPr>
            <a:lvl5pPr>
              <a:defRPr sz="1875" b="1">
                <a:solidFill>
                  <a:srgbClr val="285BEB"/>
                </a:solidFill>
              </a:defRPr>
            </a:lvl5pPr>
            <a:lvl6pPr>
              <a:defRPr sz="1875" b="1">
                <a:solidFill>
                  <a:srgbClr val="285BEB"/>
                </a:solidFill>
              </a:defRPr>
            </a:lvl6pPr>
            <a:lvl7pPr>
              <a:defRPr sz="1875" b="1">
                <a:solidFill>
                  <a:srgbClr val="285BEB"/>
                </a:solidFill>
              </a:defRPr>
            </a:lvl7pPr>
            <a:lvl8pPr>
              <a:defRPr sz="1875" b="1">
                <a:solidFill>
                  <a:srgbClr val="285BEB"/>
                </a:solidFill>
              </a:defRPr>
            </a:lvl8pPr>
            <a:lvl9pPr>
              <a:defRPr sz="18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85BEB"/>
                </a:solidFill>
              </a:defRPr>
            </a:pPr>
            <a:r>
              <a:rPr sz="1875" b="1">
                <a:solidFill>
                  <a:srgbClr val="285BEB"/>
                </a:solidFill>
              </a:rPr>
              <a:t>2 участника · свободное изучение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E87D93-D425-4098-B4B4-351F596FD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8243C"/>
                </a:solidFill>
              </a:defRPr>
            </a:defPPr>
            <a:lvl1pPr>
              <a:defRPr sz="2100" b="1">
                <a:solidFill>
                  <a:srgbClr val="18243C"/>
                </a:solidFill>
              </a:defRPr>
            </a:lvl1pPr>
            <a:lvl2pPr>
              <a:defRPr sz="2100" b="1">
                <a:solidFill>
                  <a:srgbClr val="18243C"/>
                </a:solidFill>
              </a:defRPr>
            </a:lvl2pPr>
            <a:lvl3pPr>
              <a:defRPr sz="2100" b="1">
                <a:solidFill>
                  <a:srgbClr val="18243C"/>
                </a:solidFill>
              </a:defRPr>
            </a:lvl3pPr>
            <a:lvl4pPr>
              <a:defRPr sz="2100" b="1">
                <a:solidFill>
                  <a:srgbClr val="18243C"/>
                </a:solidFill>
              </a:defRPr>
            </a:lvl4pPr>
            <a:lvl5pPr>
              <a:defRPr sz="2100" b="1">
                <a:solidFill>
                  <a:srgbClr val="18243C"/>
                </a:solidFill>
              </a:defRPr>
            </a:lvl5pPr>
            <a:lvl6pPr>
              <a:defRPr sz="2100" b="1">
                <a:solidFill>
                  <a:srgbClr val="18243C"/>
                </a:solidFill>
              </a:defRPr>
            </a:lvl6pPr>
            <a:lvl7pPr>
              <a:defRPr sz="2100" b="1">
                <a:solidFill>
                  <a:srgbClr val="18243C"/>
                </a:solidFill>
              </a:defRPr>
            </a:lvl7pPr>
            <a:lvl8pPr>
              <a:defRPr sz="2100" b="1">
                <a:solidFill>
                  <a:srgbClr val="18243C"/>
                </a:solidFill>
              </a:defRPr>
            </a:lvl8pPr>
            <a:lvl9pPr>
              <a:defRPr sz="21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8243C"/>
                </a:solidFill>
              </a:defRPr>
            </a:pPr>
            <a:r>
              <a:rPr sz="2100" b="1">
                <a:solidFill>
                  <a:srgbClr val="18243C"/>
                </a:solidFill>
              </a:rPr>
              <a:t>Отец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E26290-B915-4243-975B-41ADA8D57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4572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Исследовал интерфейс и примерно понял назначение платформы.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7F7189-03DC-4FB8-989F-BB81CDD9C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813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8243C"/>
                </a:solidFill>
              </a:defRPr>
            </a:defPPr>
            <a:lvl1pPr>
              <a:defRPr sz="2100" b="1">
                <a:solidFill>
                  <a:srgbClr val="18243C"/>
                </a:solidFill>
              </a:defRPr>
            </a:lvl1pPr>
            <a:lvl2pPr>
              <a:defRPr sz="2100" b="1">
                <a:solidFill>
                  <a:srgbClr val="18243C"/>
                </a:solidFill>
              </a:defRPr>
            </a:lvl2pPr>
            <a:lvl3pPr>
              <a:defRPr sz="2100" b="1">
                <a:solidFill>
                  <a:srgbClr val="18243C"/>
                </a:solidFill>
              </a:defRPr>
            </a:lvl3pPr>
            <a:lvl4pPr>
              <a:defRPr sz="2100" b="1">
                <a:solidFill>
                  <a:srgbClr val="18243C"/>
                </a:solidFill>
              </a:defRPr>
            </a:lvl4pPr>
            <a:lvl5pPr>
              <a:defRPr sz="2100" b="1">
                <a:solidFill>
                  <a:srgbClr val="18243C"/>
                </a:solidFill>
              </a:defRPr>
            </a:lvl5pPr>
            <a:lvl6pPr>
              <a:defRPr sz="2100" b="1">
                <a:solidFill>
                  <a:srgbClr val="18243C"/>
                </a:solidFill>
              </a:defRPr>
            </a:lvl6pPr>
            <a:lvl7pPr>
              <a:defRPr sz="2100" b="1">
                <a:solidFill>
                  <a:srgbClr val="18243C"/>
                </a:solidFill>
              </a:defRPr>
            </a:lvl7pPr>
            <a:lvl8pPr>
              <a:defRPr sz="2100" b="1">
                <a:solidFill>
                  <a:srgbClr val="18243C"/>
                </a:solidFill>
              </a:defRPr>
            </a:lvl8pPr>
            <a:lvl9pPr>
              <a:defRPr sz="210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8243C"/>
                </a:solidFill>
              </a:defRPr>
            </a:pPr>
            <a:r>
              <a:rPr sz="2100" b="1">
                <a:solidFill>
                  <a:srgbClr val="18243C"/>
                </a:solidFill>
              </a:rPr>
              <a:t>Мать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B342D2-CDE9-4185-BAB0-F7EEFCEE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38500"/>
            <a:ext cx="4572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Открывала заметные вкладки, но не нажала на профиль и смену темы.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EA494C-DBAA-449F-A8DF-0DC90BD1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8243C"/>
                </a:solidFill>
              </a:defRPr>
            </a:defPPr>
            <a:lvl1pPr>
              <a:defRPr sz="1650" b="1">
                <a:solidFill>
                  <a:srgbClr val="18243C"/>
                </a:solidFill>
              </a:defRPr>
            </a:lvl1pPr>
            <a:lvl2pPr>
              <a:defRPr sz="1650" b="1">
                <a:solidFill>
                  <a:srgbClr val="18243C"/>
                </a:solidFill>
              </a:defRPr>
            </a:lvl2pPr>
            <a:lvl3pPr>
              <a:defRPr sz="1650" b="1">
                <a:solidFill>
                  <a:srgbClr val="18243C"/>
                </a:solidFill>
              </a:defRPr>
            </a:lvl3pPr>
            <a:lvl4pPr>
              <a:defRPr sz="1650" b="1">
                <a:solidFill>
                  <a:srgbClr val="18243C"/>
                </a:solidFill>
              </a:defRPr>
            </a:lvl4pPr>
            <a:lvl5pPr>
              <a:defRPr sz="1650" b="1">
                <a:solidFill>
                  <a:srgbClr val="18243C"/>
                </a:solidFill>
              </a:defRPr>
            </a:lvl5pPr>
            <a:lvl6pPr>
              <a:defRPr sz="1650" b="1">
                <a:solidFill>
                  <a:srgbClr val="18243C"/>
                </a:solidFill>
              </a:defRPr>
            </a:lvl6pPr>
            <a:lvl7pPr>
              <a:defRPr sz="1650" b="1">
                <a:solidFill>
                  <a:srgbClr val="18243C"/>
                </a:solidFill>
              </a:defRPr>
            </a:lvl7pPr>
            <a:lvl8pPr>
              <a:defRPr sz="1650" b="1">
                <a:solidFill>
                  <a:srgbClr val="18243C"/>
                </a:solidFill>
              </a:defRPr>
            </a:lvl8pPr>
            <a:lvl9pPr>
              <a:defRPr sz="16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8243C"/>
                </a:solidFill>
              </a:defRPr>
            </a:pPr>
            <a:r>
              <a:rPr sz="1650" b="1">
                <a:solidFill>
                  <a:srgbClr val="18243C"/>
                </a:solidFill>
              </a:rPr>
              <a:t>Следующая проверка: попросить найти подписку и переключить тему без подсказки расположения кнопок.</a:t>
            </a:r>
          </a:p>
        </p:txBody>
      </p:sp>
    </p:spTree>
    <p:extLst>
      <p:ext uri="{BB962C8B-B14F-4D97-AF65-F5344CB8AC3E}">
        <p14:creationId xmlns:p14="http://schemas.microsoft.com/office/powerpoint/2010/main" val="467910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48DF6-05E6-4B5C-832C-1D45E3D2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"/>
            <a:ext cx="714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8243C"/>
                </a:solidFill>
              </a:defRPr>
            </a:defPPr>
            <a:lvl1pPr>
              <a:defRPr sz="1650" b="1">
                <a:solidFill>
                  <a:srgbClr val="18243C"/>
                </a:solidFill>
              </a:defRPr>
            </a:lvl1pPr>
            <a:lvl2pPr>
              <a:defRPr sz="1650" b="1">
                <a:solidFill>
                  <a:srgbClr val="18243C"/>
                </a:solidFill>
              </a:defRPr>
            </a:lvl2pPr>
            <a:lvl3pPr>
              <a:defRPr sz="1650" b="1">
                <a:solidFill>
                  <a:srgbClr val="18243C"/>
                </a:solidFill>
              </a:defRPr>
            </a:lvl3pPr>
            <a:lvl4pPr>
              <a:defRPr sz="1650" b="1">
                <a:solidFill>
                  <a:srgbClr val="18243C"/>
                </a:solidFill>
              </a:defRPr>
            </a:lvl4pPr>
            <a:lvl5pPr>
              <a:defRPr sz="1650" b="1">
                <a:solidFill>
                  <a:srgbClr val="18243C"/>
                </a:solidFill>
              </a:defRPr>
            </a:lvl5pPr>
            <a:lvl6pPr>
              <a:defRPr sz="1650" b="1">
                <a:solidFill>
                  <a:srgbClr val="18243C"/>
                </a:solidFill>
              </a:defRPr>
            </a:lvl6pPr>
            <a:lvl7pPr>
              <a:defRPr sz="1650" b="1">
                <a:solidFill>
                  <a:srgbClr val="18243C"/>
                </a:solidFill>
              </a:defRPr>
            </a:lvl7pPr>
            <a:lvl8pPr>
              <a:defRPr sz="1650" b="1">
                <a:solidFill>
                  <a:srgbClr val="18243C"/>
                </a:solidFill>
              </a:defRPr>
            </a:lvl8pPr>
            <a:lvl9pPr>
              <a:defRPr sz="16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8243C"/>
                </a:solidFill>
              </a:defRPr>
            </a:pPr>
            <a:r>
              <a:rPr sz="1650" b="1">
                <a:solidFill>
                  <a:srgbClr val="18243C"/>
                </a:solidFill>
              </a:rPr>
              <a:t>drop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948694-F0DB-4671-825F-1273436D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5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85BEB"/>
                </a:solidFill>
              </a:defRPr>
            </a:defPPr>
            <a:lvl1pPr>
              <a:defRPr sz="1650" b="1">
                <a:solidFill>
                  <a:srgbClr val="285BEB"/>
                </a:solidFill>
              </a:defRPr>
            </a:lvl1pPr>
            <a:lvl2pPr>
              <a:defRPr sz="1650" b="1">
                <a:solidFill>
                  <a:srgbClr val="285BEB"/>
                </a:solidFill>
              </a:defRPr>
            </a:lvl2pPr>
            <a:lvl3pPr>
              <a:defRPr sz="1650" b="1">
                <a:solidFill>
                  <a:srgbClr val="285BEB"/>
                </a:solidFill>
              </a:defRPr>
            </a:lvl3pPr>
            <a:lvl4pPr>
              <a:defRPr sz="1650" b="1">
                <a:solidFill>
                  <a:srgbClr val="285BEB"/>
                </a:solidFill>
              </a:defRPr>
            </a:lvl4pPr>
            <a:lvl5pPr>
              <a:defRPr sz="1650" b="1">
                <a:solidFill>
                  <a:srgbClr val="285BEB"/>
                </a:solidFill>
              </a:defRPr>
            </a:lvl5pPr>
            <a:lvl6pPr>
              <a:defRPr sz="1650" b="1">
                <a:solidFill>
                  <a:srgbClr val="285BEB"/>
                </a:solidFill>
              </a:defRPr>
            </a:lvl6pPr>
            <a:lvl7pPr>
              <a:defRPr sz="1650" b="1">
                <a:solidFill>
                  <a:srgbClr val="285BEB"/>
                </a:solidFill>
              </a:defRPr>
            </a:lvl7pPr>
            <a:lvl8pPr>
              <a:defRPr sz="1650" b="1">
                <a:solidFill>
                  <a:srgbClr val="285BEB"/>
                </a:solidFill>
              </a:defRPr>
            </a:lvl8pPr>
            <a:lvl9pPr>
              <a:defRPr sz="1650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85BEB"/>
                </a:solidFill>
              </a:defRPr>
            </a:pPr>
            <a:r>
              <a:rPr sz="1650" b="1">
                <a:solidFill>
                  <a:srgbClr val="285BEB"/>
                </a:solidFill>
              </a:rPr>
              <a:t>crm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FEDEA9-4EB2-4EEA-85A6-78D1F631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7E750A-6BFB-42F7-BB40-F90AA244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096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8243C"/>
                </a:solidFill>
              </a:defRPr>
            </a:defPPr>
            <a:lvl1pPr>
              <a:defRPr sz="2850" b="1">
                <a:solidFill>
                  <a:srgbClr val="18243C"/>
                </a:solidFill>
              </a:defRPr>
            </a:lvl1pPr>
            <a:lvl2pPr>
              <a:defRPr sz="2850" b="1">
                <a:solidFill>
                  <a:srgbClr val="18243C"/>
                </a:solidFill>
              </a:defRPr>
            </a:lvl2pPr>
            <a:lvl3pPr>
              <a:defRPr sz="2850" b="1">
                <a:solidFill>
                  <a:srgbClr val="18243C"/>
                </a:solidFill>
              </a:defRPr>
            </a:lvl3pPr>
            <a:lvl4pPr>
              <a:defRPr sz="2850" b="1">
                <a:solidFill>
                  <a:srgbClr val="18243C"/>
                </a:solidFill>
              </a:defRPr>
            </a:lvl4pPr>
            <a:lvl5pPr>
              <a:defRPr sz="2850" b="1">
                <a:solidFill>
                  <a:srgbClr val="18243C"/>
                </a:solidFill>
              </a:defRPr>
            </a:lvl5pPr>
            <a:lvl6pPr>
              <a:defRPr sz="2850" b="1">
                <a:solidFill>
                  <a:srgbClr val="18243C"/>
                </a:solidFill>
              </a:defRPr>
            </a:lvl6pPr>
            <a:lvl7pPr>
              <a:defRPr sz="2850" b="1">
                <a:solidFill>
                  <a:srgbClr val="18243C"/>
                </a:solidFill>
              </a:defRPr>
            </a:lvl7pPr>
            <a:lvl8pPr>
              <a:defRPr sz="2850" b="1">
                <a:solidFill>
                  <a:srgbClr val="18243C"/>
                </a:solidFill>
              </a:defRPr>
            </a:lvl8pPr>
            <a:lvl9pPr>
              <a:defRPr sz="2850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243C"/>
                </a:solidFill>
              </a:defRPr>
            </a:pPr>
            <a:r>
              <a:rPr sz="2850" b="1">
                <a:solidFill>
                  <a:srgbClr val="18243C"/>
                </a:solidFill>
              </a:rPr>
              <a:t>Результат и вклад команды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BAE527-D073-4CFC-99BA-D12C9034E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738096"/>
                </a:solidFill>
              </a:defRPr>
            </a:defPPr>
            <a:lvl1pPr>
              <a:defRPr sz="1200" b="0">
                <a:solidFill>
                  <a:srgbClr val="738096"/>
                </a:solidFill>
              </a:defRPr>
            </a:lvl1pPr>
            <a:lvl2pPr>
              <a:defRPr sz="1200" b="0">
                <a:solidFill>
                  <a:srgbClr val="738096"/>
                </a:solidFill>
              </a:defRPr>
            </a:lvl2pPr>
            <a:lvl3pPr>
              <a:defRPr sz="1200" b="0">
                <a:solidFill>
                  <a:srgbClr val="738096"/>
                </a:solidFill>
              </a:defRPr>
            </a:lvl3pPr>
            <a:lvl4pPr>
              <a:defRPr sz="1200" b="0">
                <a:solidFill>
                  <a:srgbClr val="738096"/>
                </a:solidFill>
              </a:defRPr>
            </a:lvl4pPr>
            <a:lvl5pPr>
              <a:defRPr sz="1200" b="0">
                <a:solidFill>
                  <a:srgbClr val="738096"/>
                </a:solidFill>
              </a:defRPr>
            </a:lvl5pPr>
            <a:lvl6pPr>
              <a:defRPr sz="1200" b="0">
                <a:solidFill>
                  <a:srgbClr val="738096"/>
                </a:solidFill>
              </a:defRPr>
            </a:lvl6pPr>
            <a:lvl7pPr>
              <a:defRPr sz="1200" b="0">
                <a:solidFill>
                  <a:srgbClr val="738096"/>
                </a:solidFill>
              </a:defRPr>
            </a:lvl7pPr>
            <a:lvl8pPr>
              <a:defRPr sz="1200" b="0">
                <a:solidFill>
                  <a:srgbClr val="738096"/>
                </a:solidFill>
              </a:defRPr>
            </a:lvl8pPr>
            <a:lvl9pPr>
              <a:defRPr sz="1200" b="0">
                <a:solidFill>
                  <a:srgbClr val="73809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38096"/>
                </a:solidFill>
              </a:defRPr>
            </a:pPr>
            <a:r>
              <a:rPr sz="1200" b="0">
                <a:solidFill>
                  <a:srgbClr val="738096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28873B-26E2-47F9-8178-CA2CAB314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466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75" b="1">
                <a:solidFill>
                  <a:srgbClr val="285BEB"/>
                </a:solidFill>
              </a:defRPr>
            </a:defPPr>
            <a:lvl1pPr>
              <a:defRPr sz="2175" b="1">
                <a:solidFill>
                  <a:srgbClr val="285BEB"/>
                </a:solidFill>
              </a:defRPr>
            </a:lvl1pPr>
            <a:lvl2pPr>
              <a:defRPr sz="2175" b="1">
                <a:solidFill>
                  <a:srgbClr val="285BEB"/>
                </a:solidFill>
              </a:defRPr>
            </a:lvl2pPr>
            <a:lvl3pPr>
              <a:defRPr sz="2175" b="1">
                <a:solidFill>
                  <a:srgbClr val="285BEB"/>
                </a:solidFill>
              </a:defRPr>
            </a:lvl3pPr>
            <a:lvl4pPr>
              <a:defRPr sz="2175" b="1">
                <a:solidFill>
                  <a:srgbClr val="285BEB"/>
                </a:solidFill>
              </a:defRPr>
            </a:lvl4pPr>
            <a:lvl5pPr>
              <a:defRPr sz="2175" b="1">
                <a:solidFill>
                  <a:srgbClr val="285BEB"/>
                </a:solidFill>
              </a:defRPr>
            </a:lvl5pPr>
            <a:lvl6pPr>
              <a:defRPr sz="2175" b="1">
                <a:solidFill>
                  <a:srgbClr val="285BEB"/>
                </a:solidFill>
              </a:defRPr>
            </a:lvl6pPr>
            <a:lvl7pPr>
              <a:defRPr sz="2175" b="1">
                <a:solidFill>
                  <a:srgbClr val="285BEB"/>
                </a:solidFill>
              </a:defRPr>
            </a:lvl7pPr>
            <a:lvl8pPr>
              <a:defRPr sz="2175" b="1">
                <a:solidFill>
                  <a:srgbClr val="285BEB"/>
                </a:solidFill>
              </a:defRPr>
            </a:lvl8pPr>
            <a:lvl9pPr>
              <a:defRPr sz="21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85BEB"/>
                </a:solidFill>
              </a:defRPr>
            </a:pPr>
            <a:r>
              <a:rPr sz="2175" b="1">
                <a:solidFill>
                  <a:srgbClr val="285BEB"/>
                </a:solidFill>
              </a:rPr>
              <a:t>Олег Яковлев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9F2EC4-B442-4217-A0F6-0EEB7F3C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46672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Исходное ТЗ и основная работа над итоговым дизайном Figma. Организовал наблюдение за пользователями.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3D5DF9-36F5-4C15-B3EB-812F7CEF6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47875"/>
            <a:ext cx="466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75" b="1">
                <a:solidFill>
                  <a:srgbClr val="285BEB"/>
                </a:solidFill>
              </a:defRPr>
            </a:defPPr>
            <a:lvl1pPr>
              <a:defRPr sz="2175" b="1">
                <a:solidFill>
                  <a:srgbClr val="285BEB"/>
                </a:solidFill>
              </a:defRPr>
            </a:lvl1pPr>
            <a:lvl2pPr>
              <a:defRPr sz="2175" b="1">
                <a:solidFill>
                  <a:srgbClr val="285BEB"/>
                </a:solidFill>
              </a:defRPr>
            </a:lvl2pPr>
            <a:lvl3pPr>
              <a:defRPr sz="2175" b="1">
                <a:solidFill>
                  <a:srgbClr val="285BEB"/>
                </a:solidFill>
              </a:defRPr>
            </a:lvl3pPr>
            <a:lvl4pPr>
              <a:defRPr sz="2175" b="1">
                <a:solidFill>
                  <a:srgbClr val="285BEB"/>
                </a:solidFill>
              </a:defRPr>
            </a:lvl4pPr>
            <a:lvl5pPr>
              <a:defRPr sz="2175" b="1">
                <a:solidFill>
                  <a:srgbClr val="285BEB"/>
                </a:solidFill>
              </a:defRPr>
            </a:lvl5pPr>
            <a:lvl6pPr>
              <a:defRPr sz="2175" b="1">
                <a:solidFill>
                  <a:srgbClr val="285BEB"/>
                </a:solidFill>
              </a:defRPr>
            </a:lvl6pPr>
            <a:lvl7pPr>
              <a:defRPr sz="2175" b="1">
                <a:solidFill>
                  <a:srgbClr val="285BEB"/>
                </a:solidFill>
              </a:defRPr>
            </a:lvl7pPr>
            <a:lvl8pPr>
              <a:defRPr sz="2175" b="1">
                <a:solidFill>
                  <a:srgbClr val="285BEB"/>
                </a:solidFill>
              </a:defRPr>
            </a:lvl8pPr>
            <a:lvl9pPr>
              <a:defRPr sz="2175" b="1">
                <a:solidFill>
                  <a:srgbClr val="285BEB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85BEB"/>
                </a:solidFill>
              </a:defRPr>
            </a:pPr>
            <a:r>
              <a:rPr sz="2175" b="1">
                <a:solidFill>
                  <a:srgbClr val="285BEB"/>
                </a:solidFill>
              </a:rPr>
              <a:t>Семён Казанцев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1880B5-DB0A-483A-A4D3-1EFC4420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19375"/>
            <a:ext cx="46672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8243C"/>
                </a:solidFill>
              </a:defRPr>
            </a:defPPr>
            <a:lvl1pPr>
              <a:defRPr sz="1725" b="0">
                <a:solidFill>
                  <a:srgbClr val="18243C"/>
                </a:solidFill>
              </a:defRPr>
            </a:lvl1pPr>
            <a:lvl2pPr>
              <a:defRPr sz="1725" b="0">
                <a:solidFill>
                  <a:srgbClr val="18243C"/>
                </a:solidFill>
              </a:defRPr>
            </a:lvl2pPr>
            <a:lvl3pPr>
              <a:defRPr sz="1725" b="0">
                <a:solidFill>
                  <a:srgbClr val="18243C"/>
                </a:solidFill>
              </a:defRPr>
            </a:lvl3pPr>
            <a:lvl4pPr>
              <a:defRPr sz="1725" b="0">
                <a:solidFill>
                  <a:srgbClr val="18243C"/>
                </a:solidFill>
              </a:defRPr>
            </a:lvl4pPr>
            <a:lvl5pPr>
              <a:defRPr sz="1725" b="0">
                <a:solidFill>
                  <a:srgbClr val="18243C"/>
                </a:solidFill>
              </a:defRPr>
            </a:lvl5pPr>
            <a:lvl6pPr>
              <a:defRPr sz="1725" b="0">
                <a:solidFill>
                  <a:srgbClr val="18243C"/>
                </a:solidFill>
              </a:defRPr>
            </a:lvl6pPr>
            <a:lvl7pPr>
              <a:defRPr sz="1725" b="0">
                <a:solidFill>
                  <a:srgbClr val="18243C"/>
                </a:solidFill>
              </a:defRPr>
            </a:lvl7pPr>
            <a:lvl8pPr>
              <a:defRPr sz="1725" b="0">
                <a:solidFill>
                  <a:srgbClr val="18243C"/>
                </a:solidFill>
              </a:defRPr>
            </a:lvl8pPr>
            <a:lvl9pPr>
              <a:defRPr sz="1725" b="0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C"/>
                </a:solidFill>
              </a:defRPr>
            </a:pPr>
            <a:r>
              <a:rPr sz="1725" b="0">
                <a:solidFill>
                  <a:srgbClr val="18243C"/>
                </a:solidFill>
              </a:rPr>
              <a:t>Портреты пользователей, истории, UML и вайрфреймы. Участвовал в обсуждении итогового дизайна.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592FEC-F50F-445D-90DF-81D3B3E5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1">
                <a:solidFill>
                  <a:srgbClr val="18243C"/>
                </a:solidFill>
              </a:defRPr>
            </a:defPPr>
            <a:lvl1pPr>
              <a:defRPr sz="1875" b="1">
                <a:solidFill>
                  <a:srgbClr val="18243C"/>
                </a:solidFill>
              </a:defRPr>
            </a:lvl1pPr>
            <a:lvl2pPr>
              <a:defRPr sz="1875" b="1">
                <a:solidFill>
                  <a:srgbClr val="18243C"/>
                </a:solidFill>
              </a:defRPr>
            </a:lvl2pPr>
            <a:lvl3pPr>
              <a:defRPr sz="1875" b="1">
                <a:solidFill>
                  <a:srgbClr val="18243C"/>
                </a:solidFill>
              </a:defRPr>
            </a:lvl3pPr>
            <a:lvl4pPr>
              <a:defRPr sz="1875" b="1">
                <a:solidFill>
                  <a:srgbClr val="18243C"/>
                </a:solidFill>
              </a:defRPr>
            </a:lvl4pPr>
            <a:lvl5pPr>
              <a:defRPr sz="1875" b="1">
                <a:solidFill>
                  <a:srgbClr val="18243C"/>
                </a:solidFill>
              </a:defRPr>
            </a:lvl5pPr>
            <a:lvl6pPr>
              <a:defRPr sz="1875" b="1">
                <a:solidFill>
                  <a:srgbClr val="18243C"/>
                </a:solidFill>
              </a:defRPr>
            </a:lvl6pPr>
            <a:lvl7pPr>
              <a:defRPr sz="1875" b="1">
                <a:solidFill>
                  <a:srgbClr val="18243C"/>
                </a:solidFill>
              </a:defRPr>
            </a:lvl7pPr>
            <a:lvl8pPr>
              <a:defRPr sz="1875" b="1">
                <a:solidFill>
                  <a:srgbClr val="18243C"/>
                </a:solidFill>
              </a:defRPr>
            </a:lvl8pPr>
            <a:lvl9pPr>
              <a:defRPr sz="1875" b="1">
                <a:solidFill>
                  <a:srgbClr val="18243C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8243C"/>
                </a:solidFill>
              </a:defRPr>
            </a:pPr>
            <a:r>
              <a:rPr sz="1875" b="1">
                <a:solidFill>
                  <a:srgbClr val="18243C"/>
                </a:solidFill>
              </a:rPr>
              <a:t>Все материалы и ссылки собраны в публичном репозитории DropCRM.</a:t>
            </a:r>
          </a:p>
        </p:txBody>
      </p:sp>
    </p:spTree>
    <p:extLst>
      <p:ext uri="{BB962C8B-B14F-4D97-AF65-F5344CB8AC3E}">
        <p14:creationId xmlns:p14="http://schemas.microsoft.com/office/powerpoint/2010/main" val="9457420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2026-10-30T00:54:15.5910000Z</dcterms:created>
  <dcterms:modified xsi:type="dcterms:W3CDTF">2026-10-30T00:54:15.5910000Z</dcterms:modified>
</coreProperties>
</file>