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bf3468d9014605" /><Relationship Type="http://schemas.openxmlformats.org/officeDocument/2006/relationships/extended-properties" Target="/docProps/app.xml" Id="R3edebc75acfb44fb" /><Relationship Type="http://schemas.openxmlformats.org/officeDocument/2006/relationships/officeDocument" Target="/ppt/presentation.xml" Id="Ra3190547a9dc4a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38183e3f3f4bc5"/>
  </p:sldMasterIdLst>
  <p:notesMasterIdLst>
    <p:notesMasterId xmlns:r="http://schemas.openxmlformats.org/officeDocument/2006/relationships" r:id="R7d733101c4094fbd"/>
  </p:notesMasterIdLst>
  <p:sldIdLst>
    <p:sldId xmlns:r="http://schemas.openxmlformats.org/officeDocument/2006/relationships" id="256" r:id="R5e7e3bd0387e46dc"/>
    <p:sldId xmlns:r="http://schemas.openxmlformats.org/officeDocument/2006/relationships" id="257" r:id="R8a3f18ba5eb446e4"/>
    <p:sldId xmlns:r="http://schemas.openxmlformats.org/officeDocument/2006/relationships" id="258" r:id="R8e20d828676f4799"/>
    <p:sldId xmlns:r="http://schemas.openxmlformats.org/officeDocument/2006/relationships" id="259" r:id="R5649f96009ef4caa"/>
    <p:sldId xmlns:r="http://schemas.openxmlformats.org/officeDocument/2006/relationships" id="260" r:id="R005d5408f7f94a60"/>
    <p:sldId xmlns:r="http://schemas.openxmlformats.org/officeDocument/2006/relationships" id="261" r:id="Rae09e82c441743f2"/>
    <p:sldId xmlns:r="http://schemas.openxmlformats.org/officeDocument/2006/relationships" id="262" r:id="Rcc40be183a49466d"/>
    <p:sldId xmlns:r="http://schemas.openxmlformats.org/officeDocument/2006/relationships" id="263" r:id="Re826346a6ff54e0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4f39ec920245e1" /><Relationship Type="http://schemas.openxmlformats.org/officeDocument/2006/relationships/slideMaster" Target="/ppt/slideMasters/slideMaster1.xml" Id="Raa38183e3f3f4bc5" /><Relationship Type="http://schemas.openxmlformats.org/officeDocument/2006/relationships/notesMaster" Target="/ppt/notesMasters/notesMaster1.xml" Id="R7d733101c4094fbd" /><Relationship Type="http://schemas.openxmlformats.org/officeDocument/2006/relationships/presProps" Target="/ppt/presProps.xml" Id="R7edf730ab4614f0e" /><Relationship Type="http://schemas.openxmlformats.org/officeDocument/2006/relationships/tableStyles" Target="/ppt/tableStyles.xml" Id="R02207bd2ebcc488c" /><Relationship Type="http://schemas.openxmlformats.org/officeDocument/2006/relationships/slide" Target="/ppt/slides/slide1.xml" Id="R5e7e3bd0387e46dc" /><Relationship Type="http://schemas.openxmlformats.org/officeDocument/2006/relationships/slide" Target="/ppt/slides/slide2.xml" Id="R8a3f18ba5eb446e4" /><Relationship Type="http://schemas.openxmlformats.org/officeDocument/2006/relationships/slide" Target="/ppt/slides/slide3.xml" Id="R8e20d828676f4799" /><Relationship Type="http://schemas.openxmlformats.org/officeDocument/2006/relationships/slide" Target="/ppt/slides/slide4.xml" Id="R5649f96009ef4caa" /><Relationship Type="http://schemas.openxmlformats.org/officeDocument/2006/relationships/slide" Target="/ppt/slides/slide5.xml" Id="R005d5408f7f94a60" /><Relationship Type="http://schemas.openxmlformats.org/officeDocument/2006/relationships/slide" Target="/ppt/slides/slide6.xml" Id="Rae09e82c441743f2" /><Relationship Type="http://schemas.openxmlformats.org/officeDocument/2006/relationships/slide" Target="/ppt/slides/slide7.xml" Id="Rcc40be183a49466d" /><Relationship Type="http://schemas.openxmlformats.org/officeDocument/2006/relationships/slide" Target="/ppt/slides/slide8.xml" Id="Re826346a6ff54e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2c4604fbbaa40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7d8436e7014442" /><Relationship Type="http://schemas.openxmlformats.org/officeDocument/2006/relationships/notesMaster" Target="/ppt/notesMasters/notesMaster1.xml" Id="Rabecd19500f648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7a909111d24d2d" /><Relationship Type="http://schemas.openxmlformats.org/officeDocument/2006/relationships/notesMaster" Target="/ppt/notesMasters/notesMaster1.xml" Id="Rf5447e3a56824e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5b58d571c124c17" /><Relationship Type="http://schemas.openxmlformats.org/officeDocument/2006/relationships/notesMaster" Target="/ppt/notesMasters/notesMaster1.xml" Id="R0fdf47967634417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667e6429dc46dc" /><Relationship Type="http://schemas.openxmlformats.org/officeDocument/2006/relationships/notesMaster" Target="/ppt/notesMasters/notesMaster1.xml" Id="Racccf7ff4d0c44f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376e8957a94f39" /><Relationship Type="http://schemas.openxmlformats.org/officeDocument/2006/relationships/notesMaster" Target="/ppt/notesMasters/notesMaster1.xml" Id="R3fe0a12999a94b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139506b55847d1" /><Relationship Type="http://schemas.openxmlformats.org/officeDocument/2006/relationships/notesMaster" Target="/ppt/notesMasters/notesMaster1.xml" Id="R62e186a3842240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4373029206749d8" /><Relationship Type="http://schemas.openxmlformats.org/officeDocument/2006/relationships/notesMaster" Target="/ppt/notesMasters/notesMaster1.xml" Id="R7c7c4b6f929b45d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1a847ddc014e75" /><Relationship Type="http://schemas.openxmlformats.org/officeDocument/2006/relationships/notesMaster" Target="/ppt/notesMasters/notesMaster1.xml" Id="Re9cf0c86b6944c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визуального материала: предоставленный скриншот страницы «Компоненты и цвета» DropCRM.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Основание: исходное техническое задание DropCRM и актуальные пользовательские истории в репозитории.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DropCRM_TZ.pdf и docs/final-report.md, раздел 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предоставленный PDF «DropCRM — основной пользовательский поток», страница 1. Ссылка на исходный файл Figma есть в README репозитория.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Расчёт: 1890 × 1,25 = 2362,50, показано 2363 ₽. Комиссия 1890 × 2% = 37,80 ₽. Итог 1890 + 250 + 37,80 = 2177,80 ₽. Основание: docs/business-rules.md и локальная проверка frontend/verify.js.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актуальные пользовательские истории и интерактивный прототип Figma по ссылке в README.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Олег показал прототип своим родителям. Мы рассматриваем это как качественное наблюдение; формальные задачи, время и цитаты не фиксировались. Источник: docs/usability-testing.md; методика NN/g https://www.nngroup.com/articles/usability-testing-101/.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Репозиторий: https://github.com/wertyqazx/DropCRM. Прототип: https://www.figma.com/design/ui5uMhLfFbQ5jKOqUXEPTE/DropCRM?node-id=22-2745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b27f98bd59493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bc2ba8501446b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0fa48a136a426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05c034a3d6483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2f20c6c5c8413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0fa8c5ccaf45e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3C88B14-9A6D-48B9-B54F-C7CBAF988A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53A0191-4593-4B51-81F4-85910FAB2E8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430AC53-3008-4E50-9E5A-61DAD11C11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F3A91E-76D6-41E1-AD70-8702E5340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EED96EA-EB64-4656-8392-D18313F168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5CD49E1-5654-4882-B342-88C42259A7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D7A0648-80F0-4639-9067-C045005237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BCDF59D-6261-4313-A2B2-A0D54E6F1D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FF3469-2CE1-4C59-8481-B353EF6ADE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8A16CC6-89C8-4418-90B7-AF3BCF02E3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48d225151e411d" /><Relationship Type="http://schemas.openxmlformats.org/officeDocument/2006/relationships/slideLayout" Target="/ppt/slideLayouts/slideLayout1.xml" Id="Rf892dd3c24f742fc" /><Relationship Type="http://schemas.openxmlformats.org/officeDocument/2006/relationships/slideLayout" Target="/ppt/slideLayouts/slideLayout2.xml" Id="Rd755849c29c14c34" /><Relationship Type="http://schemas.openxmlformats.org/officeDocument/2006/relationships/slideLayout" Target="/ppt/slideLayouts/slideLayout3.xml" Id="R7c8b26189b374df0" /><Relationship Type="http://schemas.openxmlformats.org/officeDocument/2006/relationships/slideLayout" Target="/ppt/slideLayouts/slideLayout4.xml" Id="Red603c8d16ef41f9" /><Relationship Type="http://schemas.openxmlformats.org/officeDocument/2006/relationships/slideLayout" Target="/ppt/slideLayouts/slideLayout5.xml" Id="Rb6631a7d75394b93" /><Relationship Type="http://schemas.openxmlformats.org/officeDocument/2006/relationships/slideLayout" Target="/ppt/slideLayouts/slideLayout6.xml" Id="R22bdb61e3a3646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92dd3c24f742fc"/>
    <p:sldLayoutId xmlns:r="http://schemas.openxmlformats.org/officeDocument/2006/relationships" id="2147483650" r:id="Rd755849c29c14c34"/>
    <p:sldLayoutId xmlns:r="http://schemas.openxmlformats.org/officeDocument/2006/relationships" id="2147483651" r:id="R7c8b26189b374df0"/>
    <p:sldLayoutId xmlns:r="http://schemas.openxmlformats.org/officeDocument/2006/relationships" id="2147483652" r:id="Red603c8d16ef41f9"/>
    <p:sldLayoutId xmlns:r="http://schemas.openxmlformats.org/officeDocument/2006/relationships" id="2147483653" r:id="Rb6631a7d75394b93"/>
    <p:sldLayoutId xmlns:r="http://schemas.openxmlformats.org/officeDocument/2006/relationships" id="2147483654" r:id="R22bdb61e3a3646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050044b5604bf5" /><Relationship Type="http://schemas.openxmlformats.org/officeDocument/2006/relationships/image" Target="/ppt/media/image.png" Id="R261e6c6bf4274856" /><Relationship Type="http://schemas.openxmlformats.org/officeDocument/2006/relationships/notesSlide" Target="/ppt/notesSlides/notesSlide1.xml" Id="R29f83663fc7542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90998019ec4e1f" /><Relationship Type="http://schemas.openxmlformats.org/officeDocument/2006/relationships/notesSlide" Target="/ppt/notesSlides/notesSlide2.xml" Id="Ra547cbe163fa43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e2c6625b2b45bc" /><Relationship Type="http://schemas.openxmlformats.org/officeDocument/2006/relationships/notesSlide" Target="/ppt/notesSlides/notesSlide3.xml" Id="R3281df3394ad48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e7a662f68144ca" /><Relationship Type="http://schemas.openxmlformats.org/officeDocument/2006/relationships/image" Target="/ppt/media/image2.png" Id="R5d623046bd9f4f25" /><Relationship Type="http://schemas.openxmlformats.org/officeDocument/2006/relationships/notesSlide" Target="/ppt/notesSlides/notesSlide4.xml" Id="R932b9bd8cfdc41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eaf515ebfe43c7" /><Relationship Type="http://schemas.openxmlformats.org/officeDocument/2006/relationships/notesSlide" Target="/ppt/notesSlides/notesSlide5.xml" Id="R972ede26695f44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7578d6ede74dc7" /><Relationship Type="http://schemas.openxmlformats.org/officeDocument/2006/relationships/notesSlide" Target="/ppt/notesSlides/notesSlide6.xml" Id="R72fa7bc5844b418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4292f4d8d743aa" /><Relationship Type="http://schemas.openxmlformats.org/officeDocument/2006/relationships/notesSlide" Target="/ppt/notesSlides/notesSlide7.xml" Id="Rd45e9c09791745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c8e8328d3c4169" /><Relationship Type="http://schemas.openxmlformats.org/officeDocument/2006/relationships/notesSlide" Target="/ppt/notesSlides/notesSlide8.xml" Id="Ra221f67ecdce4c3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9B9D4B-2E9F-42D2-97F8-00558335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219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8243C"/>
                </a:solidFill>
              </a:defRPr>
            </a:defPPr>
            <a:lvl1pPr>
              <a:defRPr sz="3150" b="1">
                <a:solidFill>
                  <a:srgbClr val="18243C"/>
                </a:solidFill>
              </a:defRPr>
            </a:lvl1pPr>
            <a:lvl2pPr>
              <a:defRPr sz="3150" b="1">
                <a:solidFill>
                  <a:srgbClr val="18243C"/>
                </a:solidFill>
              </a:defRPr>
            </a:lvl2pPr>
            <a:lvl3pPr>
              <a:defRPr sz="3150" b="1">
                <a:solidFill>
                  <a:srgbClr val="18243C"/>
                </a:solidFill>
              </a:defRPr>
            </a:lvl3pPr>
            <a:lvl4pPr>
              <a:defRPr sz="3150" b="1">
                <a:solidFill>
                  <a:srgbClr val="18243C"/>
                </a:solidFill>
              </a:defRPr>
            </a:lvl4pPr>
            <a:lvl5pPr>
              <a:defRPr sz="3150" b="1">
                <a:solidFill>
                  <a:srgbClr val="18243C"/>
                </a:solidFill>
              </a:defRPr>
            </a:lvl5pPr>
            <a:lvl6pPr>
              <a:defRPr sz="3150" b="1">
                <a:solidFill>
                  <a:srgbClr val="18243C"/>
                </a:solidFill>
              </a:defRPr>
            </a:lvl6pPr>
            <a:lvl7pPr>
              <a:defRPr sz="3150" b="1">
                <a:solidFill>
                  <a:srgbClr val="18243C"/>
                </a:solidFill>
              </a:defRPr>
            </a:lvl7pPr>
            <a:lvl8pPr>
              <a:defRPr sz="3150" b="1">
                <a:solidFill>
                  <a:srgbClr val="18243C"/>
                </a:solidFill>
              </a:defRPr>
            </a:lvl8pPr>
            <a:lvl9pPr>
              <a:defRPr sz="31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243C"/>
                </a:solidFill>
              </a:defRPr>
            </a:pPr>
            <a:r>
              <a:rPr sz="31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9F5CB-31DC-4805-80B4-F4BEBEE1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95300"/>
            <a:ext cx="1028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85BEB"/>
                </a:solidFill>
              </a:defRPr>
            </a:defPPr>
            <a:lvl1pPr>
              <a:defRPr sz="3150" b="1">
                <a:solidFill>
                  <a:srgbClr val="285BEB"/>
                </a:solidFill>
              </a:defRPr>
            </a:lvl1pPr>
            <a:lvl2pPr>
              <a:defRPr sz="3150" b="1">
                <a:solidFill>
                  <a:srgbClr val="285BEB"/>
                </a:solidFill>
              </a:defRPr>
            </a:lvl2pPr>
            <a:lvl3pPr>
              <a:defRPr sz="3150" b="1">
                <a:solidFill>
                  <a:srgbClr val="285BEB"/>
                </a:solidFill>
              </a:defRPr>
            </a:lvl3pPr>
            <a:lvl4pPr>
              <a:defRPr sz="3150" b="1">
                <a:solidFill>
                  <a:srgbClr val="285BEB"/>
                </a:solidFill>
              </a:defRPr>
            </a:lvl4pPr>
            <a:lvl5pPr>
              <a:defRPr sz="3150" b="1">
                <a:solidFill>
                  <a:srgbClr val="285BEB"/>
                </a:solidFill>
              </a:defRPr>
            </a:lvl5pPr>
            <a:lvl6pPr>
              <a:defRPr sz="3150" b="1">
                <a:solidFill>
                  <a:srgbClr val="285BEB"/>
                </a:solidFill>
              </a:defRPr>
            </a:lvl6pPr>
            <a:lvl7pPr>
              <a:defRPr sz="3150" b="1">
                <a:solidFill>
                  <a:srgbClr val="285BEB"/>
                </a:solidFill>
              </a:defRPr>
            </a:lvl7pPr>
            <a:lvl8pPr>
              <a:defRPr sz="3150" b="1">
                <a:solidFill>
                  <a:srgbClr val="285BEB"/>
                </a:solidFill>
              </a:defRPr>
            </a:lvl8pPr>
            <a:lvl9pPr>
              <a:defRPr sz="31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85BEB"/>
                </a:solidFill>
              </a:defRPr>
            </a:pPr>
            <a:r>
              <a:rPr sz="31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BDF708-A0C2-47B7-8ED3-BC4345EC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6000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600" b="1">
                <a:solidFill>
                  <a:srgbClr val="18243C"/>
                </a:solidFill>
              </a:defRPr>
            </a:defPPr>
            <a:lvl1pPr>
              <a:defRPr sz="3600" b="1">
                <a:solidFill>
                  <a:srgbClr val="18243C"/>
                </a:solidFill>
              </a:defRPr>
            </a:lvl1pPr>
            <a:lvl2pPr>
              <a:defRPr sz="3600" b="1">
                <a:solidFill>
                  <a:srgbClr val="18243C"/>
                </a:solidFill>
              </a:defRPr>
            </a:lvl2pPr>
            <a:lvl3pPr>
              <a:defRPr sz="3600" b="1">
                <a:solidFill>
                  <a:srgbClr val="18243C"/>
                </a:solidFill>
              </a:defRPr>
            </a:lvl3pPr>
            <a:lvl4pPr>
              <a:defRPr sz="3600" b="1">
                <a:solidFill>
                  <a:srgbClr val="18243C"/>
                </a:solidFill>
              </a:defRPr>
            </a:lvl4pPr>
            <a:lvl5pPr>
              <a:defRPr sz="3600" b="1">
                <a:solidFill>
                  <a:srgbClr val="18243C"/>
                </a:solidFill>
              </a:defRPr>
            </a:lvl5pPr>
            <a:lvl6pPr>
              <a:defRPr sz="3600" b="1">
                <a:solidFill>
                  <a:srgbClr val="18243C"/>
                </a:solidFill>
              </a:defRPr>
            </a:lvl6pPr>
            <a:lvl7pPr>
              <a:defRPr sz="3600" b="1">
                <a:solidFill>
                  <a:srgbClr val="18243C"/>
                </a:solidFill>
              </a:defRPr>
            </a:lvl7pPr>
            <a:lvl8pPr>
              <a:defRPr sz="3600" b="1">
                <a:solidFill>
                  <a:srgbClr val="18243C"/>
                </a:solidFill>
              </a:defRPr>
            </a:lvl8pPr>
            <a:lvl9pPr>
              <a:defRPr sz="36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8243C"/>
                </a:solidFill>
              </a:defRPr>
            </a:pPr>
            <a:r>
              <a:rPr sz="3600" b="1">
                <a:solidFill>
                  <a:srgbClr val="18243C"/>
                </a:solidFill>
              </a:rPr>
              <a:t>Как мы создали</a:t>
            </a:r>
          </a:p>
          <a:p xmlns:a="http://schemas.openxmlformats.org/drawingml/2006/main">
            <a:pPr>
              <a:defRPr sz="3600" b="1">
                <a:solidFill>
                  <a:srgbClr val="18243C"/>
                </a:solidFill>
              </a:defRPr>
            </a:pPr>
            <a:r>
              <a:rPr sz="3600" b="1">
                <a:solidFill>
                  <a:srgbClr val="18243C"/>
                </a:solidFill>
              </a:rPr>
              <a:t>прототип DropCRM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8F62DF-5BF5-45FC-85DC-3271690B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600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738096"/>
                </a:solidFill>
              </a:defRPr>
            </a:defPPr>
            <a:lvl1pPr>
              <a:defRPr sz="1800" b="0">
                <a:solidFill>
                  <a:srgbClr val="738096"/>
                </a:solidFill>
              </a:defRPr>
            </a:lvl1pPr>
            <a:lvl2pPr>
              <a:defRPr sz="1800" b="0">
                <a:solidFill>
                  <a:srgbClr val="738096"/>
                </a:solidFill>
              </a:defRPr>
            </a:lvl2pPr>
            <a:lvl3pPr>
              <a:defRPr sz="1800" b="0">
                <a:solidFill>
                  <a:srgbClr val="738096"/>
                </a:solidFill>
              </a:defRPr>
            </a:lvl3pPr>
            <a:lvl4pPr>
              <a:defRPr sz="1800" b="0">
                <a:solidFill>
                  <a:srgbClr val="738096"/>
                </a:solidFill>
              </a:defRPr>
            </a:lvl4pPr>
            <a:lvl5pPr>
              <a:defRPr sz="1800" b="0">
                <a:solidFill>
                  <a:srgbClr val="738096"/>
                </a:solidFill>
              </a:defRPr>
            </a:lvl5pPr>
            <a:lvl6pPr>
              <a:defRPr sz="1800" b="0">
                <a:solidFill>
                  <a:srgbClr val="738096"/>
                </a:solidFill>
              </a:defRPr>
            </a:lvl6pPr>
            <a:lvl7pPr>
              <a:defRPr sz="1800" b="0">
                <a:solidFill>
                  <a:srgbClr val="738096"/>
                </a:solidFill>
              </a:defRPr>
            </a:lvl7pPr>
            <a:lvl8pPr>
              <a:defRPr sz="1800" b="0">
                <a:solidFill>
                  <a:srgbClr val="738096"/>
                </a:solidFill>
              </a:defRPr>
            </a:lvl8pPr>
            <a:lvl9pPr>
              <a:defRPr sz="18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738096"/>
                </a:solidFill>
              </a:defRPr>
            </a:pPr>
            <a:r>
              <a:rPr sz="1800" b="0">
                <a:solidFill>
                  <a:srgbClr val="738096"/>
                </a:solidFill>
              </a:rPr>
              <a:t>Наш итоговый проект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FFC41C-69A5-4F9B-98BA-60870DC6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600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8243C"/>
                </a:solidFill>
              </a:defRPr>
            </a:defPPr>
            <a:lvl1pPr>
              <a:defRPr sz="1575" b="0">
                <a:solidFill>
                  <a:srgbClr val="18243C"/>
                </a:solidFill>
              </a:defRPr>
            </a:lvl1pPr>
            <a:lvl2pPr>
              <a:defRPr sz="1575" b="0">
                <a:solidFill>
                  <a:srgbClr val="18243C"/>
                </a:solidFill>
              </a:defRPr>
            </a:lvl2pPr>
            <a:lvl3pPr>
              <a:defRPr sz="1575" b="0">
                <a:solidFill>
                  <a:srgbClr val="18243C"/>
                </a:solidFill>
              </a:defRPr>
            </a:lvl3pPr>
            <a:lvl4pPr>
              <a:defRPr sz="1575" b="0">
                <a:solidFill>
                  <a:srgbClr val="18243C"/>
                </a:solidFill>
              </a:defRPr>
            </a:lvl4pPr>
            <a:lvl5pPr>
              <a:defRPr sz="1575" b="0">
                <a:solidFill>
                  <a:srgbClr val="18243C"/>
                </a:solidFill>
              </a:defRPr>
            </a:lvl5pPr>
            <a:lvl6pPr>
              <a:defRPr sz="1575" b="0">
                <a:solidFill>
                  <a:srgbClr val="18243C"/>
                </a:solidFill>
              </a:defRPr>
            </a:lvl6pPr>
            <a:lvl7pPr>
              <a:defRPr sz="1575" b="0">
                <a:solidFill>
                  <a:srgbClr val="18243C"/>
                </a:solidFill>
              </a:defRPr>
            </a:lvl7pPr>
            <a:lvl8pPr>
              <a:defRPr sz="1575" b="0">
                <a:solidFill>
                  <a:srgbClr val="18243C"/>
                </a:solidFill>
              </a:defRPr>
            </a:lvl8pPr>
            <a:lvl9pPr>
              <a:defRPr sz="157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8243C"/>
                </a:solidFill>
              </a:defRPr>
            </a:pPr>
            <a:r>
              <a:rPr sz="1575" b="0">
                <a:solidFill>
                  <a:srgbClr val="18243C"/>
                </a:solidFill>
              </a:rPr>
              <a:t>Яковлев Олег · Казанцев Семён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E004AD-767E-4EC3-AD9C-BA1A1875A6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1e6c6bf4274856"/>
          <a:stretch xmlns:a="http://schemas.openxmlformats.org/drawingml/2006/main"/>
        </p:blipFill>
        <p:spPr>
          <a:xfrm xmlns:a="http://schemas.openxmlformats.org/drawingml/2006/main">
            <a:off x="6810375" y="1896992"/>
            <a:ext cx="4810125" cy="28830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0105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5817DD-576E-4A48-A112-E7DE57A6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2D5EE3-AB56-49D9-8573-86176FB7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532D64-8FF6-40D5-9C3A-1C44B281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D71925-5368-49F3-8194-228A02D0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9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8243C"/>
                </a:solidFill>
              </a:defRPr>
            </a:defPPr>
            <a:lvl1pPr>
              <a:defRPr sz="2850" b="1">
                <a:solidFill>
                  <a:srgbClr val="18243C"/>
                </a:solidFill>
              </a:defRPr>
            </a:lvl1pPr>
            <a:lvl2pPr>
              <a:defRPr sz="2850" b="1">
                <a:solidFill>
                  <a:srgbClr val="18243C"/>
                </a:solidFill>
              </a:defRPr>
            </a:lvl2pPr>
            <a:lvl3pPr>
              <a:defRPr sz="2850" b="1">
                <a:solidFill>
                  <a:srgbClr val="18243C"/>
                </a:solidFill>
              </a:defRPr>
            </a:lvl3pPr>
            <a:lvl4pPr>
              <a:defRPr sz="2850" b="1">
                <a:solidFill>
                  <a:srgbClr val="18243C"/>
                </a:solidFill>
              </a:defRPr>
            </a:lvl4pPr>
            <a:lvl5pPr>
              <a:defRPr sz="2850" b="1">
                <a:solidFill>
                  <a:srgbClr val="18243C"/>
                </a:solidFill>
              </a:defRPr>
            </a:lvl5pPr>
            <a:lvl6pPr>
              <a:defRPr sz="2850" b="1">
                <a:solidFill>
                  <a:srgbClr val="18243C"/>
                </a:solidFill>
              </a:defRPr>
            </a:lvl6pPr>
            <a:lvl7pPr>
              <a:defRPr sz="2850" b="1">
                <a:solidFill>
                  <a:srgbClr val="18243C"/>
                </a:solidFill>
              </a:defRPr>
            </a:lvl7pPr>
            <a:lvl8pPr>
              <a:defRPr sz="2850" b="1">
                <a:solidFill>
                  <a:srgbClr val="18243C"/>
                </a:solidFill>
              </a:defRPr>
            </a:lvl8pPr>
            <a:lvl9pPr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Как мы связали три роли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5AA0D9-81C3-42D2-B1F3-0B9532A0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738096"/>
                </a:solidFill>
              </a:defRPr>
            </a:defPPr>
            <a:lvl1pPr>
              <a:defRPr sz="1200" b="0">
                <a:solidFill>
                  <a:srgbClr val="738096"/>
                </a:solidFill>
              </a:defRPr>
            </a:lvl1pPr>
            <a:lvl2pPr>
              <a:defRPr sz="1200" b="0">
                <a:solidFill>
                  <a:srgbClr val="738096"/>
                </a:solidFill>
              </a:defRPr>
            </a:lvl2pPr>
            <a:lvl3pPr>
              <a:defRPr sz="1200" b="0">
                <a:solidFill>
                  <a:srgbClr val="738096"/>
                </a:solidFill>
              </a:defRPr>
            </a:lvl3pPr>
            <a:lvl4pPr>
              <a:defRPr sz="1200" b="0">
                <a:solidFill>
                  <a:srgbClr val="738096"/>
                </a:solidFill>
              </a:defRPr>
            </a:lvl4pPr>
            <a:lvl5pPr>
              <a:defRPr sz="1200" b="0">
                <a:solidFill>
                  <a:srgbClr val="738096"/>
                </a:solidFill>
              </a:defRPr>
            </a:lvl5pPr>
            <a:lvl6pPr>
              <a:defRPr sz="1200" b="0">
                <a:solidFill>
                  <a:srgbClr val="738096"/>
                </a:solidFill>
              </a:defRPr>
            </a:lvl6pPr>
            <a:lvl7pPr>
              <a:defRPr sz="1200" b="0">
                <a:solidFill>
                  <a:srgbClr val="738096"/>
                </a:solidFill>
              </a:defRPr>
            </a:lvl7pPr>
            <a:lvl8pPr>
              <a:defRPr sz="1200" b="0">
                <a:solidFill>
                  <a:srgbClr val="738096"/>
                </a:solidFill>
              </a:defRPr>
            </a:lvl8pPr>
            <a:lvl9pPr>
              <a:defRPr sz="12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38096"/>
                </a:solidFill>
              </a:defRPr>
            </a:pPr>
            <a:r>
              <a:rPr sz="1200" b="0">
                <a:solidFill>
                  <a:srgbClr val="738096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2CCE8A-9731-4D1B-AB39-0D3196A4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285BEB"/>
                </a:solidFill>
              </a:defRPr>
            </a:defPPr>
            <a:lvl1pPr>
              <a:defRPr sz="2175" b="1">
                <a:solidFill>
                  <a:srgbClr val="285BEB"/>
                </a:solidFill>
              </a:defRPr>
            </a:lvl1pPr>
            <a:lvl2pPr>
              <a:defRPr sz="2175" b="1">
                <a:solidFill>
                  <a:srgbClr val="285BEB"/>
                </a:solidFill>
              </a:defRPr>
            </a:lvl2pPr>
            <a:lvl3pPr>
              <a:defRPr sz="2175" b="1">
                <a:solidFill>
                  <a:srgbClr val="285BEB"/>
                </a:solidFill>
              </a:defRPr>
            </a:lvl3pPr>
            <a:lvl4pPr>
              <a:defRPr sz="2175" b="1">
                <a:solidFill>
                  <a:srgbClr val="285BEB"/>
                </a:solidFill>
              </a:defRPr>
            </a:lvl4pPr>
            <a:lvl5pPr>
              <a:defRPr sz="2175" b="1">
                <a:solidFill>
                  <a:srgbClr val="285BEB"/>
                </a:solidFill>
              </a:defRPr>
            </a:lvl5pPr>
            <a:lvl6pPr>
              <a:defRPr sz="2175" b="1">
                <a:solidFill>
                  <a:srgbClr val="285BEB"/>
                </a:solidFill>
              </a:defRPr>
            </a:lvl6pPr>
            <a:lvl7pPr>
              <a:defRPr sz="2175" b="1">
                <a:solidFill>
                  <a:srgbClr val="285BEB"/>
                </a:solidFill>
              </a:defRPr>
            </a:lvl7pPr>
            <a:lvl8pPr>
              <a:defRPr sz="2175" b="1">
                <a:solidFill>
                  <a:srgbClr val="285BEB"/>
                </a:solidFill>
              </a:defRPr>
            </a:lvl8pPr>
            <a:lvl9pPr>
              <a:defRPr sz="21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85BEB"/>
                </a:solidFill>
              </a:defRPr>
            </a:pPr>
            <a:r>
              <a:rPr sz="2175" b="1">
                <a:solidFill>
                  <a:srgbClr val="285BEB"/>
                </a:solidFill>
              </a:rPr>
              <a:t>Дропшиппер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F82663-6DB1-4554-9D79-7E7471BE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3143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Выбирает предложение, задаёт наценку и передаёт заказ поставщику.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6163F4-BD82-47FE-AF63-53480163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145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285BEB"/>
                </a:solidFill>
              </a:defRPr>
            </a:defPPr>
            <a:lvl1pPr>
              <a:defRPr sz="2175" b="1">
                <a:solidFill>
                  <a:srgbClr val="285BEB"/>
                </a:solidFill>
              </a:defRPr>
            </a:lvl1pPr>
            <a:lvl2pPr>
              <a:defRPr sz="2175" b="1">
                <a:solidFill>
                  <a:srgbClr val="285BEB"/>
                </a:solidFill>
              </a:defRPr>
            </a:lvl2pPr>
            <a:lvl3pPr>
              <a:defRPr sz="2175" b="1">
                <a:solidFill>
                  <a:srgbClr val="285BEB"/>
                </a:solidFill>
              </a:defRPr>
            </a:lvl3pPr>
            <a:lvl4pPr>
              <a:defRPr sz="2175" b="1">
                <a:solidFill>
                  <a:srgbClr val="285BEB"/>
                </a:solidFill>
              </a:defRPr>
            </a:lvl4pPr>
            <a:lvl5pPr>
              <a:defRPr sz="2175" b="1">
                <a:solidFill>
                  <a:srgbClr val="285BEB"/>
                </a:solidFill>
              </a:defRPr>
            </a:lvl5pPr>
            <a:lvl6pPr>
              <a:defRPr sz="2175" b="1">
                <a:solidFill>
                  <a:srgbClr val="285BEB"/>
                </a:solidFill>
              </a:defRPr>
            </a:lvl6pPr>
            <a:lvl7pPr>
              <a:defRPr sz="2175" b="1">
                <a:solidFill>
                  <a:srgbClr val="285BEB"/>
                </a:solidFill>
              </a:defRPr>
            </a:lvl7pPr>
            <a:lvl8pPr>
              <a:defRPr sz="2175" b="1">
                <a:solidFill>
                  <a:srgbClr val="285BEB"/>
                </a:solidFill>
              </a:defRPr>
            </a:lvl8pPr>
            <a:lvl9pPr>
              <a:defRPr sz="21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85BEB"/>
                </a:solidFill>
              </a:defRPr>
            </a:pPr>
            <a:r>
              <a:rPr sz="2175" b="1">
                <a:solidFill>
                  <a:srgbClr val="285BEB"/>
                </a:solidFill>
              </a:rPr>
              <a:t>Поставщик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94E188-F1D5-47EF-AA64-543FCFB7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67000"/>
            <a:ext cx="3143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Подтверждает наличие и доставку, затем отправляет товар покупателю.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25F2FA-99C5-4F8D-955C-C82420A4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145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285BEB"/>
                </a:solidFill>
              </a:defRPr>
            </a:defPPr>
            <a:lvl1pPr>
              <a:defRPr sz="2175" b="1">
                <a:solidFill>
                  <a:srgbClr val="285BEB"/>
                </a:solidFill>
              </a:defRPr>
            </a:lvl1pPr>
            <a:lvl2pPr>
              <a:defRPr sz="2175" b="1">
                <a:solidFill>
                  <a:srgbClr val="285BEB"/>
                </a:solidFill>
              </a:defRPr>
            </a:lvl2pPr>
            <a:lvl3pPr>
              <a:defRPr sz="2175" b="1">
                <a:solidFill>
                  <a:srgbClr val="285BEB"/>
                </a:solidFill>
              </a:defRPr>
            </a:lvl3pPr>
            <a:lvl4pPr>
              <a:defRPr sz="2175" b="1">
                <a:solidFill>
                  <a:srgbClr val="285BEB"/>
                </a:solidFill>
              </a:defRPr>
            </a:lvl4pPr>
            <a:lvl5pPr>
              <a:defRPr sz="2175" b="1">
                <a:solidFill>
                  <a:srgbClr val="285BEB"/>
                </a:solidFill>
              </a:defRPr>
            </a:lvl5pPr>
            <a:lvl6pPr>
              <a:defRPr sz="2175" b="1">
                <a:solidFill>
                  <a:srgbClr val="285BEB"/>
                </a:solidFill>
              </a:defRPr>
            </a:lvl6pPr>
            <a:lvl7pPr>
              <a:defRPr sz="2175" b="1">
                <a:solidFill>
                  <a:srgbClr val="285BEB"/>
                </a:solidFill>
              </a:defRPr>
            </a:lvl7pPr>
            <a:lvl8pPr>
              <a:defRPr sz="2175" b="1">
                <a:solidFill>
                  <a:srgbClr val="285BEB"/>
                </a:solidFill>
              </a:defRPr>
            </a:lvl8pPr>
            <a:lvl9pPr>
              <a:defRPr sz="21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85BEB"/>
                </a:solidFill>
              </a:defRPr>
            </a:pPr>
            <a:r>
              <a:rPr sz="2175" b="1">
                <a:solidFill>
                  <a:srgbClr val="285BEB"/>
                </a:solidFill>
              </a:rPr>
              <a:t>Администратор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BFC4ED-8099-417C-AF8E-6392F552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67000"/>
            <a:ext cx="3143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Проверяет участников, управляет доступом и видит состояние платформы.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7D1FA-ED6B-421C-B062-C199BBDD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958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250" b="1">
                <a:solidFill>
                  <a:srgbClr val="18243C"/>
                </a:solidFill>
              </a:defRPr>
            </a:defPPr>
            <a:lvl1pPr>
              <a:defRPr sz="2250" b="1">
                <a:solidFill>
                  <a:srgbClr val="18243C"/>
                </a:solidFill>
              </a:defRPr>
            </a:lvl1pPr>
            <a:lvl2pPr>
              <a:defRPr sz="2250" b="1">
                <a:solidFill>
                  <a:srgbClr val="18243C"/>
                </a:solidFill>
              </a:defRPr>
            </a:lvl2pPr>
            <a:lvl3pPr>
              <a:defRPr sz="2250" b="1">
                <a:solidFill>
                  <a:srgbClr val="18243C"/>
                </a:solidFill>
              </a:defRPr>
            </a:lvl3pPr>
            <a:lvl4pPr>
              <a:defRPr sz="2250" b="1">
                <a:solidFill>
                  <a:srgbClr val="18243C"/>
                </a:solidFill>
              </a:defRPr>
            </a:lvl4pPr>
            <a:lvl5pPr>
              <a:defRPr sz="2250" b="1">
                <a:solidFill>
                  <a:srgbClr val="18243C"/>
                </a:solidFill>
              </a:defRPr>
            </a:lvl5pPr>
            <a:lvl6pPr>
              <a:defRPr sz="2250" b="1">
                <a:solidFill>
                  <a:srgbClr val="18243C"/>
                </a:solidFill>
              </a:defRPr>
            </a:lvl6pPr>
            <a:lvl7pPr>
              <a:defRPr sz="2250" b="1">
                <a:solidFill>
                  <a:srgbClr val="18243C"/>
                </a:solidFill>
              </a:defRPr>
            </a:lvl7pPr>
            <a:lvl8pPr>
              <a:defRPr sz="2250" b="1">
                <a:solidFill>
                  <a:srgbClr val="18243C"/>
                </a:solidFill>
              </a:defRPr>
            </a:lvl8pPr>
            <a:lvl9pPr>
              <a:defRPr sz="22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C"/>
                </a:solidFill>
              </a:defRPr>
            </a:pPr>
            <a:r>
              <a:rPr sz="2250" b="1">
                <a:solidFill>
                  <a:srgbClr val="18243C"/>
                </a:solidFill>
              </a:rPr>
              <a:t>Мы связали действия трёх ролей через общий заказ.</a:t>
            </a:r>
          </a:p>
        </p:txBody>
      </p:sp>
    </p:spTree>
    <p:extLst>
      <p:ext uri="{BB962C8B-B14F-4D97-AF65-F5344CB8AC3E}">
        <p14:creationId xmlns:p14="http://schemas.microsoft.com/office/powerpoint/2010/main" val="1309947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32F228-F5C9-4FC3-98B3-0B6D980E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6C4EB5-0220-4BF2-869E-7C059096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22ECC8-7582-422C-9D8D-FDB394C5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6DE352-2E7C-4D83-94CC-BEA0A48D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9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8243C"/>
                </a:solidFill>
              </a:defRPr>
            </a:defPPr>
            <a:lvl1pPr>
              <a:defRPr sz="2850" b="1">
                <a:solidFill>
                  <a:srgbClr val="18243C"/>
                </a:solidFill>
              </a:defRPr>
            </a:lvl1pPr>
            <a:lvl2pPr>
              <a:defRPr sz="2850" b="1">
                <a:solidFill>
                  <a:srgbClr val="18243C"/>
                </a:solidFill>
              </a:defRPr>
            </a:lvl2pPr>
            <a:lvl3pPr>
              <a:defRPr sz="2850" b="1">
                <a:solidFill>
                  <a:srgbClr val="18243C"/>
                </a:solidFill>
              </a:defRPr>
            </a:lvl3pPr>
            <a:lvl4pPr>
              <a:defRPr sz="2850" b="1">
                <a:solidFill>
                  <a:srgbClr val="18243C"/>
                </a:solidFill>
              </a:defRPr>
            </a:lvl4pPr>
            <a:lvl5pPr>
              <a:defRPr sz="2850" b="1">
                <a:solidFill>
                  <a:srgbClr val="18243C"/>
                </a:solidFill>
              </a:defRPr>
            </a:lvl5pPr>
            <a:lvl6pPr>
              <a:defRPr sz="2850" b="1">
                <a:solidFill>
                  <a:srgbClr val="18243C"/>
                </a:solidFill>
              </a:defRPr>
            </a:lvl6pPr>
            <a:lvl7pPr>
              <a:defRPr sz="2850" b="1">
                <a:solidFill>
                  <a:srgbClr val="18243C"/>
                </a:solidFill>
              </a:defRPr>
            </a:lvl7pPr>
            <a:lvl8pPr>
              <a:defRPr sz="2850" b="1">
                <a:solidFill>
                  <a:srgbClr val="18243C"/>
                </a:solidFill>
              </a:defRPr>
            </a:lvl8pPr>
            <a:lvl9pPr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Как мы меняли проект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EE4D8C-5B97-43D3-8636-95583AA20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738096"/>
                </a:solidFill>
              </a:defRPr>
            </a:defPPr>
            <a:lvl1pPr>
              <a:defRPr sz="1200" b="0">
                <a:solidFill>
                  <a:srgbClr val="738096"/>
                </a:solidFill>
              </a:defRPr>
            </a:lvl1pPr>
            <a:lvl2pPr>
              <a:defRPr sz="1200" b="0">
                <a:solidFill>
                  <a:srgbClr val="738096"/>
                </a:solidFill>
              </a:defRPr>
            </a:lvl2pPr>
            <a:lvl3pPr>
              <a:defRPr sz="1200" b="0">
                <a:solidFill>
                  <a:srgbClr val="738096"/>
                </a:solidFill>
              </a:defRPr>
            </a:lvl3pPr>
            <a:lvl4pPr>
              <a:defRPr sz="1200" b="0">
                <a:solidFill>
                  <a:srgbClr val="738096"/>
                </a:solidFill>
              </a:defRPr>
            </a:lvl4pPr>
            <a:lvl5pPr>
              <a:defRPr sz="1200" b="0">
                <a:solidFill>
                  <a:srgbClr val="738096"/>
                </a:solidFill>
              </a:defRPr>
            </a:lvl5pPr>
            <a:lvl6pPr>
              <a:defRPr sz="1200" b="0">
                <a:solidFill>
                  <a:srgbClr val="738096"/>
                </a:solidFill>
              </a:defRPr>
            </a:lvl6pPr>
            <a:lvl7pPr>
              <a:defRPr sz="1200" b="0">
                <a:solidFill>
                  <a:srgbClr val="738096"/>
                </a:solidFill>
              </a:defRPr>
            </a:lvl7pPr>
            <a:lvl8pPr>
              <a:defRPr sz="1200" b="0">
                <a:solidFill>
                  <a:srgbClr val="738096"/>
                </a:solidFill>
              </a:defRPr>
            </a:lvl8pPr>
            <a:lvl9pPr>
              <a:defRPr sz="12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38096"/>
                </a:solidFill>
              </a:defRPr>
            </a:pPr>
            <a:r>
              <a:rPr sz="1200" b="0">
                <a:solidFill>
                  <a:srgbClr val="738096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EA296C-CA05-4670-89B3-F5EB6B87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18243C"/>
                </a:solidFill>
              </a:defRPr>
            </a:defPPr>
            <a:lvl1pPr>
              <a:defRPr sz="2175" b="1">
                <a:solidFill>
                  <a:srgbClr val="18243C"/>
                </a:solidFill>
              </a:defRPr>
            </a:lvl1pPr>
            <a:lvl2pPr>
              <a:defRPr sz="2175" b="1">
                <a:solidFill>
                  <a:srgbClr val="18243C"/>
                </a:solidFill>
              </a:defRPr>
            </a:lvl2pPr>
            <a:lvl3pPr>
              <a:defRPr sz="2175" b="1">
                <a:solidFill>
                  <a:srgbClr val="18243C"/>
                </a:solidFill>
              </a:defRPr>
            </a:lvl3pPr>
            <a:lvl4pPr>
              <a:defRPr sz="2175" b="1">
                <a:solidFill>
                  <a:srgbClr val="18243C"/>
                </a:solidFill>
              </a:defRPr>
            </a:lvl4pPr>
            <a:lvl5pPr>
              <a:defRPr sz="2175" b="1">
                <a:solidFill>
                  <a:srgbClr val="18243C"/>
                </a:solidFill>
              </a:defRPr>
            </a:lvl5pPr>
            <a:lvl6pPr>
              <a:defRPr sz="2175" b="1">
                <a:solidFill>
                  <a:srgbClr val="18243C"/>
                </a:solidFill>
              </a:defRPr>
            </a:lvl6pPr>
            <a:lvl7pPr>
              <a:defRPr sz="2175" b="1">
                <a:solidFill>
                  <a:srgbClr val="18243C"/>
                </a:solidFill>
              </a:defRPr>
            </a:lvl7pPr>
            <a:lvl8pPr>
              <a:defRPr sz="2175" b="1">
                <a:solidFill>
                  <a:srgbClr val="18243C"/>
                </a:solidFill>
              </a:defRPr>
            </a:lvl8pPr>
            <a:lvl9pPr>
              <a:defRPr sz="21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8243C"/>
                </a:solidFill>
              </a:defRPr>
            </a:pPr>
            <a:r>
              <a:rPr sz="2175" b="1">
                <a:solidFill>
                  <a:srgbClr val="18243C"/>
                </a:solidFill>
              </a:rPr>
              <a:t>Наше ТЗ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E9C59D-ABD5-4271-8ACA-1A1816749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4857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Сначала мы описали широкую систему: каталог, несколько позиций в заказе, аналитику, мобильную версию и серверные требования.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A6B0FE-6C54-4385-972D-101B3942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285BEB"/>
                </a:solidFill>
              </a:defRPr>
            </a:defPPr>
            <a:lvl1pPr>
              <a:defRPr sz="2175" b="1">
                <a:solidFill>
                  <a:srgbClr val="285BEB"/>
                </a:solidFill>
              </a:defRPr>
            </a:lvl1pPr>
            <a:lvl2pPr>
              <a:defRPr sz="2175" b="1">
                <a:solidFill>
                  <a:srgbClr val="285BEB"/>
                </a:solidFill>
              </a:defRPr>
            </a:lvl2pPr>
            <a:lvl3pPr>
              <a:defRPr sz="2175" b="1">
                <a:solidFill>
                  <a:srgbClr val="285BEB"/>
                </a:solidFill>
              </a:defRPr>
            </a:lvl3pPr>
            <a:lvl4pPr>
              <a:defRPr sz="2175" b="1">
                <a:solidFill>
                  <a:srgbClr val="285BEB"/>
                </a:solidFill>
              </a:defRPr>
            </a:lvl4pPr>
            <a:lvl5pPr>
              <a:defRPr sz="2175" b="1">
                <a:solidFill>
                  <a:srgbClr val="285BEB"/>
                </a:solidFill>
              </a:defRPr>
            </a:lvl5pPr>
            <a:lvl6pPr>
              <a:defRPr sz="2175" b="1">
                <a:solidFill>
                  <a:srgbClr val="285BEB"/>
                </a:solidFill>
              </a:defRPr>
            </a:lvl6pPr>
            <a:lvl7pPr>
              <a:defRPr sz="2175" b="1">
                <a:solidFill>
                  <a:srgbClr val="285BEB"/>
                </a:solidFill>
              </a:defRPr>
            </a:lvl7pPr>
            <a:lvl8pPr>
              <a:defRPr sz="2175" b="1">
                <a:solidFill>
                  <a:srgbClr val="285BEB"/>
                </a:solidFill>
              </a:defRPr>
            </a:lvl8pPr>
            <a:lvl9pPr>
              <a:defRPr sz="21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85BEB"/>
                </a:solidFill>
              </a:defRPr>
            </a:pPr>
            <a:r>
              <a:rPr sz="2175" b="1">
                <a:solidFill>
                  <a:srgbClr val="285BEB"/>
                </a:solidFill>
              </a:rPr>
              <a:t>Наш прототип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E8FB6D-0517-42CD-A37B-1D725469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05100"/>
            <a:ext cx="4857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Затем мы сосредоточились на одном заказе одному поставщику и показали его путь до отправления в рабочих пространствах трёх ролей.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F66D9D-404E-4658-979B-1E66DED85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95500"/>
            <a:ext cx="190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BA8A85-402F-4C02-9C3C-A181F31C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738096"/>
                </a:solidFill>
              </a:defRPr>
            </a:defPPr>
            <a:lvl1pPr>
              <a:defRPr sz="1500" b="0">
                <a:solidFill>
                  <a:srgbClr val="738096"/>
                </a:solidFill>
              </a:defRPr>
            </a:lvl1pPr>
            <a:lvl2pPr>
              <a:defRPr sz="1500" b="0">
                <a:solidFill>
                  <a:srgbClr val="738096"/>
                </a:solidFill>
              </a:defRPr>
            </a:lvl2pPr>
            <a:lvl3pPr>
              <a:defRPr sz="1500" b="0">
                <a:solidFill>
                  <a:srgbClr val="738096"/>
                </a:solidFill>
              </a:defRPr>
            </a:lvl3pPr>
            <a:lvl4pPr>
              <a:defRPr sz="1500" b="0">
                <a:solidFill>
                  <a:srgbClr val="738096"/>
                </a:solidFill>
              </a:defRPr>
            </a:lvl4pPr>
            <a:lvl5pPr>
              <a:defRPr sz="1500" b="0">
                <a:solidFill>
                  <a:srgbClr val="738096"/>
                </a:solidFill>
              </a:defRPr>
            </a:lvl5pPr>
            <a:lvl6pPr>
              <a:defRPr sz="1500" b="0">
                <a:solidFill>
                  <a:srgbClr val="738096"/>
                </a:solidFill>
              </a:defRPr>
            </a:lvl6pPr>
            <a:lvl7pPr>
              <a:defRPr sz="1500" b="0">
                <a:solidFill>
                  <a:srgbClr val="738096"/>
                </a:solidFill>
              </a:defRPr>
            </a:lvl7pPr>
            <a:lvl8pPr>
              <a:defRPr sz="1500" b="0">
                <a:solidFill>
                  <a:srgbClr val="738096"/>
                </a:solidFill>
              </a:defRPr>
            </a:lvl8pPr>
            <a:lvl9pPr>
              <a:defRPr sz="15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738096"/>
                </a:solidFill>
              </a:defRPr>
            </a:pPr>
            <a:r>
              <a:rPr sz="1500" b="0">
                <a:solidFill>
                  <a:srgbClr val="738096"/>
                </a:solidFill>
              </a:rPr>
              <a:t>Как изменился объём проекта, мы объяснили в итоговом отчёте.</a:t>
            </a:r>
          </a:p>
        </p:txBody>
      </p:sp>
    </p:spTree>
    <p:extLst>
      <p:ext uri="{BB962C8B-B14F-4D97-AF65-F5344CB8AC3E}">
        <p14:creationId xmlns:p14="http://schemas.microsoft.com/office/powerpoint/2010/main" val="826565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7DB3D9-F733-4155-B053-73D1C8CB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A0D35C-9C45-4126-929A-EC436AD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DF54A-0366-4845-8B22-2F5582CD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5B966-D573-43CF-B828-5D94DCA0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9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8243C"/>
                </a:solidFill>
              </a:defRPr>
            </a:defPPr>
            <a:lvl1pPr>
              <a:defRPr sz="2850" b="1">
                <a:solidFill>
                  <a:srgbClr val="18243C"/>
                </a:solidFill>
              </a:defRPr>
            </a:lvl1pPr>
            <a:lvl2pPr>
              <a:defRPr sz="2850" b="1">
                <a:solidFill>
                  <a:srgbClr val="18243C"/>
                </a:solidFill>
              </a:defRPr>
            </a:lvl2pPr>
            <a:lvl3pPr>
              <a:defRPr sz="2850" b="1">
                <a:solidFill>
                  <a:srgbClr val="18243C"/>
                </a:solidFill>
              </a:defRPr>
            </a:lvl3pPr>
            <a:lvl4pPr>
              <a:defRPr sz="2850" b="1">
                <a:solidFill>
                  <a:srgbClr val="18243C"/>
                </a:solidFill>
              </a:defRPr>
            </a:lvl4pPr>
            <a:lvl5pPr>
              <a:defRPr sz="2850" b="1">
                <a:solidFill>
                  <a:srgbClr val="18243C"/>
                </a:solidFill>
              </a:defRPr>
            </a:lvl5pPr>
            <a:lvl6pPr>
              <a:defRPr sz="2850" b="1">
                <a:solidFill>
                  <a:srgbClr val="18243C"/>
                </a:solidFill>
              </a:defRPr>
            </a:lvl6pPr>
            <a:lvl7pPr>
              <a:defRPr sz="2850" b="1">
                <a:solidFill>
                  <a:srgbClr val="18243C"/>
                </a:solidFill>
              </a:defRPr>
            </a:lvl7pPr>
            <a:lvl8pPr>
              <a:defRPr sz="2850" b="1">
                <a:solidFill>
                  <a:srgbClr val="18243C"/>
                </a:solidFill>
              </a:defRPr>
            </a:lvl8pPr>
            <a:lvl9pPr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Как мы проектировали экраны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B0DFD3-A92D-468A-B7DA-F2DBD8077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738096"/>
                </a:solidFill>
              </a:defRPr>
            </a:defPPr>
            <a:lvl1pPr>
              <a:defRPr sz="1200" b="0">
                <a:solidFill>
                  <a:srgbClr val="738096"/>
                </a:solidFill>
              </a:defRPr>
            </a:lvl1pPr>
            <a:lvl2pPr>
              <a:defRPr sz="1200" b="0">
                <a:solidFill>
                  <a:srgbClr val="738096"/>
                </a:solidFill>
              </a:defRPr>
            </a:lvl2pPr>
            <a:lvl3pPr>
              <a:defRPr sz="1200" b="0">
                <a:solidFill>
                  <a:srgbClr val="738096"/>
                </a:solidFill>
              </a:defRPr>
            </a:lvl3pPr>
            <a:lvl4pPr>
              <a:defRPr sz="1200" b="0">
                <a:solidFill>
                  <a:srgbClr val="738096"/>
                </a:solidFill>
              </a:defRPr>
            </a:lvl4pPr>
            <a:lvl5pPr>
              <a:defRPr sz="1200" b="0">
                <a:solidFill>
                  <a:srgbClr val="738096"/>
                </a:solidFill>
              </a:defRPr>
            </a:lvl5pPr>
            <a:lvl6pPr>
              <a:defRPr sz="1200" b="0">
                <a:solidFill>
                  <a:srgbClr val="738096"/>
                </a:solidFill>
              </a:defRPr>
            </a:lvl6pPr>
            <a:lvl7pPr>
              <a:defRPr sz="1200" b="0">
                <a:solidFill>
                  <a:srgbClr val="738096"/>
                </a:solidFill>
              </a:defRPr>
            </a:lvl7pPr>
            <a:lvl8pPr>
              <a:defRPr sz="1200" b="0">
                <a:solidFill>
                  <a:srgbClr val="738096"/>
                </a:solidFill>
              </a:defRPr>
            </a:lvl8pPr>
            <a:lvl9pPr>
              <a:defRPr sz="12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38096"/>
                </a:solidFill>
              </a:defRPr>
            </a:pPr>
            <a:r>
              <a:rPr sz="1200" b="0">
                <a:solidFill>
                  <a:srgbClr val="738096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494BBE-186F-403F-86B4-83647BE3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95475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0">
                <a:solidFill>
                  <a:srgbClr val="18243C"/>
                </a:solidFill>
              </a:defRPr>
            </a:defPPr>
            <a:lvl1pPr>
              <a:defRPr sz="1650" b="0">
                <a:solidFill>
                  <a:srgbClr val="18243C"/>
                </a:solidFill>
              </a:defRPr>
            </a:lvl1pPr>
            <a:lvl2pPr>
              <a:defRPr sz="1650" b="0">
                <a:solidFill>
                  <a:srgbClr val="18243C"/>
                </a:solidFill>
              </a:defRPr>
            </a:lvl2pPr>
            <a:lvl3pPr>
              <a:defRPr sz="1650" b="0">
                <a:solidFill>
                  <a:srgbClr val="18243C"/>
                </a:solidFill>
              </a:defRPr>
            </a:lvl3pPr>
            <a:lvl4pPr>
              <a:defRPr sz="1650" b="0">
                <a:solidFill>
                  <a:srgbClr val="18243C"/>
                </a:solidFill>
              </a:defRPr>
            </a:lvl4pPr>
            <a:lvl5pPr>
              <a:defRPr sz="1650" b="0">
                <a:solidFill>
                  <a:srgbClr val="18243C"/>
                </a:solidFill>
              </a:defRPr>
            </a:lvl5pPr>
            <a:lvl6pPr>
              <a:defRPr sz="1650" b="0">
                <a:solidFill>
                  <a:srgbClr val="18243C"/>
                </a:solidFill>
              </a:defRPr>
            </a:lvl6pPr>
            <a:lvl7pPr>
              <a:defRPr sz="1650" b="0">
                <a:solidFill>
                  <a:srgbClr val="18243C"/>
                </a:solidFill>
              </a:defRPr>
            </a:lvl7pPr>
            <a:lvl8pPr>
              <a:defRPr sz="1650" b="0">
                <a:solidFill>
                  <a:srgbClr val="18243C"/>
                </a:solidFill>
              </a:defRPr>
            </a:lvl8pPr>
            <a:lvl9pPr>
              <a:defRPr sz="1650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8243C"/>
                </a:solidFill>
              </a:defRPr>
            </a:pPr>
            <a:r>
              <a:rPr sz="1650" b="0">
                <a:solidFill>
                  <a:srgbClr val="18243C"/>
                </a:solidFill>
              </a:rPr>
              <a:t>Сначала мы показали в вайрфреймах поиск предложения, карточку товара, наценку и добавление в личный каталог.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02519-D9EF-4254-AEFE-2421678173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23046bd9f4f25"/>
          <a:stretch xmlns:a="http://schemas.openxmlformats.org/drawingml/2006/main"/>
        </p:blipFill>
        <p:spPr>
          <a:xfrm xmlns:a="http://schemas.openxmlformats.org/drawingml/2006/main">
            <a:off x="2054051" y="2781300"/>
            <a:ext cx="8083898" cy="3028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7262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037B5E-45C8-4894-A89A-D102735F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02F61D-1805-42C9-AB02-941CFF52D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373B3B-2397-4FEF-BB34-066A529E6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360943-B3F8-468A-B780-70285B57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9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8243C"/>
                </a:solidFill>
              </a:defRPr>
            </a:defPPr>
            <a:lvl1pPr>
              <a:defRPr sz="2850" b="1">
                <a:solidFill>
                  <a:srgbClr val="18243C"/>
                </a:solidFill>
              </a:defRPr>
            </a:lvl1pPr>
            <a:lvl2pPr>
              <a:defRPr sz="2850" b="1">
                <a:solidFill>
                  <a:srgbClr val="18243C"/>
                </a:solidFill>
              </a:defRPr>
            </a:lvl2pPr>
            <a:lvl3pPr>
              <a:defRPr sz="2850" b="1">
                <a:solidFill>
                  <a:srgbClr val="18243C"/>
                </a:solidFill>
              </a:defRPr>
            </a:lvl3pPr>
            <a:lvl4pPr>
              <a:defRPr sz="2850" b="1">
                <a:solidFill>
                  <a:srgbClr val="18243C"/>
                </a:solidFill>
              </a:defRPr>
            </a:lvl4pPr>
            <a:lvl5pPr>
              <a:defRPr sz="2850" b="1">
                <a:solidFill>
                  <a:srgbClr val="18243C"/>
                </a:solidFill>
              </a:defRPr>
            </a:lvl5pPr>
            <a:lvl6pPr>
              <a:defRPr sz="2850" b="1">
                <a:solidFill>
                  <a:srgbClr val="18243C"/>
                </a:solidFill>
              </a:defRPr>
            </a:lvl6pPr>
            <a:lvl7pPr>
              <a:defRPr sz="2850" b="1">
                <a:solidFill>
                  <a:srgbClr val="18243C"/>
                </a:solidFill>
              </a:defRPr>
            </a:lvl7pPr>
            <a:lvl8pPr>
              <a:defRPr sz="2850" b="1">
                <a:solidFill>
                  <a:srgbClr val="18243C"/>
                </a:solidFill>
              </a:defRPr>
            </a:lvl8pPr>
            <a:lvl9pPr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На DC-0101 мы проверили расчёты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BA70A0-817B-4018-AF36-583AB63F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738096"/>
                </a:solidFill>
              </a:defRPr>
            </a:defPPr>
            <a:lvl1pPr>
              <a:defRPr sz="1200" b="0">
                <a:solidFill>
                  <a:srgbClr val="738096"/>
                </a:solidFill>
              </a:defRPr>
            </a:lvl1pPr>
            <a:lvl2pPr>
              <a:defRPr sz="1200" b="0">
                <a:solidFill>
                  <a:srgbClr val="738096"/>
                </a:solidFill>
              </a:defRPr>
            </a:lvl2pPr>
            <a:lvl3pPr>
              <a:defRPr sz="1200" b="0">
                <a:solidFill>
                  <a:srgbClr val="738096"/>
                </a:solidFill>
              </a:defRPr>
            </a:lvl3pPr>
            <a:lvl4pPr>
              <a:defRPr sz="1200" b="0">
                <a:solidFill>
                  <a:srgbClr val="738096"/>
                </a:solidFill>
              </a:defRPr>
            </a:lvl4pPr>
            <a:lvl5pPr>
              <a:defRPr sz="1200" b="0">
                <a:solidFill>
                  <a:srgbClr val="738096"/>
                </a:solidFill>
              </a:defRPr>
            </a:lvl5pPr>
            <a:lvl6pPr>
              <a:defRPr sz="1200" b="0">
                <a:solidFill>
                  <a:srgbClr val="738096"/>
                </a:solidFill>
              </a:defRPr>
            </a:lvl6pPr>
            <a:lvl7pPr>
              <a:defRPr sz="1200" b="0">
                <a:solidFill>
                  <a:srgbClr val="738096"/>
                </a:solidFill>
              </a:defRPr>
            </a:lvl7pPr>
            <a:lvl8pPr>
              <a:defRPr sz="1200" b="0">
                <a:solidFill>
                  <a:srgbClr val="738096"/>
                </a:solidFill>
              </a:defRPr>
            </a:lvl8pPr>
            <a:lvl9pPr>
              <a:defRPr sz="12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38096"/>
                </a:solidFill>
              </a:defRPr>
            </a:pPr>
            <a:r>
              <a:rPr sz="1200" b="0">
                <a:solidFill>
                  <a:srgbClr val="738096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279D3B-C316-40A5-9BC9-34A3B80E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B3225C-49C5-4E30-9720-3F2AD47A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0025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Наушники TechSupply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8895D1-C61D-4544-8F87-B6DCBE4C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8243C"/>
                </a:solidFill>
              </a:defRPr>
            </a:defPPr>
            <a:lvl1pPr>
              <a:defRPr sz="1800" b="1">
                <a:solidFill>
                  <a:srgbClr val="18243C"/>
                </a:solidFill>
              </a:defRPr>
            </a:lvl1pPr>
            <a:lvl2pPr>
              <a:defRPr sz="1800" b="1">
                <a:solidFill>
                  <a:srgbClr val="18243C"/>
                </a:solidFill>
              </a:defRPr>
            </a:lvl2pPr>
            <a:lvl3pPr>
              <a:defRPr sz="1800" b="1">
                <a:solidFill>
                  <a:srgbClr val="18243C"/>
                </a:solidFill>
              </a:defRPr>
            </a:lvl3pPr>
            <a:lvl4pPr>
              <a:defRPr sz="1800" b="1">
                <a:solidFill>
                  <a:srgbClr val="18243C"/>
                </a:solidFill>
              </a:defRPr>
            </a:lvl4pPr>
            <a:lvl5pPr>
              <a:defRPr sz="1800" b="1">
                <a:solidFill>
                  <a:srgbClr val="18243C"/>
                </a:solidFill>
              </a:defRPr>
            </a:lvl5pPr>
            <a:lvl6pPr>
              <a:defRPr sz="1800" b="1">
                <a:solidFill>
                  <a:srgbClr val="18243C"/>
                </a:solidFill>
              </a:defRPr>
            </a:lvl6pPr>
            <a:lvl7pPr>
              <a:defRPr sz="1800" b="1">
                <a:solidFill>
                  <a:srgbClr val="18243C"/>
                </a:solidFill>
              </a:defRPr>
            </a:lvl7pPr>
            <a:lvl8pPr>
              <a:defRPr sz="1800" b="1">
                <a:solidFill>
                  <a:srgbClr val="18243C"/>
                </a:solidFill>
              </a:defRPr>
            </a:lvl8pPr>
            <a:lvl9pPr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1 890 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6B4A9B-239E-43E7-AC00-8EDCD08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31278E-E2C4-462B-8126-9617A8C3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47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AFB8F9-E379-44CD-B927-45402597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14625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Наценка 25%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2D46C8-999C-4760-A2FB-7867174AC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14625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8243C"/>
                </a:solidFill>
              </a:defRPr>
            </a:defPPr>
            <a:lvl1pPr>
              <a:defRPr sz="1800" b="1">
                <a:solidFill>
                  <a:srgbClr val="18243C"/>
                </a:solidFill>
              </a:defRPr>
            </a:lvl1pPr>
            <a:lvl2pPr>
              <a:defRPr sz="1800" b="1">
                <a:solidFill>
                  <a:srgbClr val="18243C"/>
                </a:solidFill>
              </a:defRPr>
            </a:lvl2pPr>
            <a:lvl3pPr>
              <a:defRPr sz="1800" b="1">
                <a:solidFill>
                  <a:srgbClr val="18243C"/>
                </a:solidFill>
              </a:defRPr>
            </a:lvl3pPr>
            <a:lvl4pPr>
              <a:defRPr sz="1800" b="1">
                <a:solidFill>
                  <a:srgbClr val="18243C"/>
                </a:solidFill>
              </a:defRPr>
            </a:lvl4pPr>
            <a:lvl5pPr>
              <a:defRPr sz="1800" b="1">
                <a:solidFill>
                  <a:srgbClr val="18243C"/>
                </a:solidFill>
              </a:defRPr>
            </a:lvl5pPr>
            <a:lvl6pPr>
              <a:defRPr sz="1800" b="1">
                <a:solidFill>
                  <a:srgbClr val="18243C"/>
                </a:solidFill>
              </a:defRPr>
            </a:lvl6pPr>
            <a:lvl7pPr>
              <a:defRPr sz="1800" b="1">
                <a:solidFill>
                  <a:srgbClr val="18243C"/>
                </a:solidFill>
              </a:defRPr>
            </a:lvl7pPr>
            <a:lvl8pPr>
              <a:defRPr sz="1800" b="1">
                <a:solidFill>
                  <a:srgbClr val="18243C"/>
                </a:solidFill>
              </a:defRPr>
            </a:lvl8pPr>
            <a:lvl9pPr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2 363 ₽ цена продажи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044D22-9FD2-49F2-8FF9-9CB12EA5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308FF9-3469-4801-B455-14DD636B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47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A57B55-0E37-45E9-87B7-BDE3B177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429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Доставка после подтверждения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54B89B-BE20-4104-9046-446B859C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290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8243C"/>
                </a:solidFill>
              </a:defRPr>
            </a:defPPr>
            <a:lvl1pPr>
              <a:defRPr sz="1800" b="1">
                <a:solidFill>
                  <a:srgbClr val="18243C"/>
                </a:solidFill>
              </a:defRPr>
            </a:lvl1pPr>
            <a:lvl2pPr>
              <a:defRPr sz="1800" b="1">
                <a:solidFill>
                  <a:srgbClr val="18243C"/>
                </a:solidFill>
              </a:defRPr>
            </a:lvl2pPr>
            <a:lvl3pPr>
              <a:defRPr sz="1800" b="1">
                <a:solidFill>
                  <a:srgbClr val="18243C"/>
                </a:solidFill>
              </a:defRPr>
            </a:lvl3pPr>
            <a:lvl4pPr>
              <a:defRPr sz="1800" b="1">
                <a:solidFill>
                  <a:srgbClr val="18243C"/>
                </a:solidFill>
              </a:defRPr>
            </a:lvl4pPr>
            <a:lvl5pPr>
              <a:defRPr sz="1800" b="1">
                <a:solidFill>
                  <a:srgbClr val="18243C"/>
                </a:solidFill>
              </a:defRPr>
            </a:lvl5pPr>
            <a:lvl6pPr>
              <a:defRPr sz="1800" b="1">
                <a:solidFill>
                  <a:srgbClr val="18243C"/>
                </a:solidFill>
              </a:defRPr>
            </a:lvl6pPr>
            <a:lvl7pPr>
              <a:defRPr sz="1800" b="1">
                <a:solidFill>
                  <a:srgbClr val="18243C"/>
                </a:solidFill>
              </a:defRPr>
            </a:lvl7pPr>
            <a:lvl8pPr>
              <a:defRPr sz="1800" b="1">
                <a:solidFill>
                  <a:srgbClr val="18243C"/>
                </a:solidFill>
              </a:defRPr>
            </a:lvl8pPr>
            <a:lvl9pPr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250 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058512-98DA-4604-9C43-10C1338B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2E75A9-D303-4F5F-9E73-75E606E3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43375"/>
            <a:ext cx="47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F40076-0F7F-4FFC-9585-5CC4EC13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43375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Комиссия 2% от товара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5F479B-D7DC-43BF-BDB5-E52DDB38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43375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8243C"/>
                </a:solidFill>
              </a:defRPr>
            </a:defPPr>
            <a:lvl1pPr>
              <a:defRPr sz="1800" b="1">
                <a:solidFill>
                  <a:srgbClr val="18243C"/>
                </a:solidFill>
              </a:defRPr>
            </a:lvl1pPr>
            <a:lvl2pPr>
              <a:defRPr sz="1800" b="1">
                <a:solidFill>
                  <a:srgbClr val="18243C"/>
                </a:solidFill>
              </a:defRPr>
            </a:lvl2pPr>
            <a:lvl3pPr>
              <a:defRPr sz="1800" b="1">
                <a:solidFill>
                  <a:srgbClr val="18243C"/>
                </a:solidFill>
              </a:defRPr>
            </a:lvl3pPr>
            <a:lvl4pPr>
              <a:defRPr sz="1800" b="1">
                <a:solidFill>
                  <a:srgbClr val="18243C"/>
                </a:solidFill>
              </a:defRPr>
            </a:lvl4pPr>
            <a:lvl5pPr>
              <a:defRPr sz="1800" b="1">
                <a:solidFill>
                  <a:srgbClr val="18243C"/>
                </a:solidFill>
              </a:defRPr>
            </a:lvl5pPr>
            <a:lvl6pPr>
              <a:defRPr sz="1800" b="1">
                <a:solidFill>
                  <a:srgbClr val="18243C"/>
                </a:solidFill>
              </a:defRPr>
            </a:lvl6pPr>
            <a:lvl7pPr>
              <a:defRPr sz="1800" b="1">
                <a:solidFill>
                  <a:srgbClr val="18243C"/>
                </a:solidFill>
              </a:defRPr>
            </a:lvl7pPr>
            <a:lvl8pPr>
              <a:defRPr sz="1800" b="1">
                <a:solidFill>
                  <a:srgbClr val="18243C"/>
                </a:solidFill>
              </a:defRPr>
            </a:lvl8pPr>
            <a:lvl9pPr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37,80 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A1550D-5A82-47E4-A6D2-9875A8C0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F3D2D9-2F29-413E-B0B9-0DAE6E5B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57750"/>
            <a:ext cx="47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37F7B1-8271-4BA7-8A04-82B85775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18243C"/>
                </a:solidFill>
              </a:defRPr>
            </a:defPPr>
            <a:lvl1pPr>
              <a:defRPr sz="1725" b="1">
                <a:solidFill>
                  <a:srgbClr val="18243C"/>
                </a:solidFill>
              </a:defRPr>
            </a:lvl1pPr>
            <a:lvl2pPr>
              <a:defRPr sz="1725" b="1">
                <a:solidFill>
                  <a:srgbClr val="18243C"/>
                </a:solidFill>
              </a:defRPr>
            </a:lvl2pPr>
            <a:lvl3pPr>
              <a:defRPr sz="1725" b="1">
                <a:solidFill>
                  <a:srgbClr val="18243C"/>
                </a:solidFill>
              </a:defRPr>
            </a:lvl3pPr>
            <a:lvl4pPr>
              <a:defRPr sz="1725" b="1">
                <a:solidFill>
                  <a:srgbClr val="18243C"/>
                </a:solidFill>
              </a:defRPr>
            </a:lvl4pPr>
            <a:lvl5pPr>
              <a:defRPr sz="1725" b="1">
                <a:solidFill>
                  <a:srgbClr val="18243C"/>
                </a:solidFill>
              </a:defRPr>
            </a:lvl5pPr>
            <a:lvl6pPr>
              <a:defRPr sz="1725" b="1">
                <a:solidFill>
                  <a:srgbClr val="18243C"/>
                </a:solidFill>
              </a:defRPr>
            </a:lvl6pPr>
            <a:lvl7pPr>
              <a:defRPr sz="1725" b="1">
                <a:solidFill>
                  <a:srgbClr val="18243C"/>
                </a:solidFill>
              </a:defRPr>
            </a:lvl7pPr>
            <a:lvl8pPr>
              <a:defRPr sz="1725" b="1">
                <a:solidFill>
                  <a:srgbClr val="18243C"/>
                </a:solidFill>
              </a:defRPr>
            </a:lvl8pPr>
            <a:lvl9pPr>
              <a:defRPr sz="172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8243C"/>
                </a:solidFill>
              </a:defRPr>
            </a:pPr>
            <a:r>
              <a:rPr sz="1725" b="1">
                <a:solidFill>
                  <a:srgbClr val="18243C"/>
                </a:solidFill>
              </a:rPr>
              <a:t>Итог оплаты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829105-4D93-4DCC-BB97-16F2E61B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5775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3825D"/>
                </a:solidFill>
              </a:defRPr>
            </a:defPPr>
            <a:lvl1pPr>
              <a:defRPr sz="1800" b="1">
                <a:solidFill>
                  <a:srgbClr val="13825D"/>
                </a:solidFill>
              </a:defRPr>
            </a:lvl1pPr>
            <a:lvl2pPr>
              <a:defRPr sz="1800" b="1">
                <a:solidFill>
                  <a:srgbClr val="13825D"/>
                </a:solidFill>
              </a:defRPr>
            </a:lvl2pPr>
            <a:lvl3pPr>
              <a:defRPr sz="1800" b="1">
                <a:solidFill>
                  <a:srgbClr val="13825D"/>
                </a:solidFill>
              </a:defRPr>
            </a:lvl3pPr>
            <a:lvl4pPr>
              <a:defRPr sz="1800" b="1">
                <a:solidFill>
                  <a:srgbClr val="13825D"/>
                </a:solidFill>
              </a:defRPr>
            </a:lvl4pPr>
            <a:lvl5pPr>
              <a:defRPr sz="1800" b="1">
                <a:solidFill>
                  <a:srgbClr val="13825D"/>
                </a:solidFill>
              </a:defRPr>
            </a:lvl5pPr>
            <a:lvl6pPr>
              <a:defRPr sz="1800" b="1">
                <a:solidFill>
                  <a:srgbClr val="13825D"/>
                </a:solidFill>
              </a:defRPr>
            </a:lvl6pPr>
            <a:lvl7pPr>
              <a:defRPr sz="1800" b="1">
                <a:solidFill>
                  <a:srgbClr val="13825D"/>
                </a:solidFill>
              </a:defRPr>
            </a:lvl7pPr>
            <a:lvl8pPr>
              <a:defRPr sz="1800" b="1">
                <a:solidFill>
                  <a:srgbClr val="13825D"/>
                </a:solidFill>
              </a:defRPr>
            </a:lvl8pPr>
            <a:lvl9pPr>
              <a:defRPr sz="1800" b="1">
                <a:solidFill>
                  <a:srgbClr val="13825D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3825D"/>
                </a:solidFill>
              </a:defRPr>
            </a:pPr>
            <a:r>
              <a:rPr sz="1800" b="1">
                <a:solidFill>
                  <a:srgbClr val="13825D"/>
                </a:solidFill>
              </a:rPr>
              <a:t>2 177,80 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4E4C2A-17B7-432C-86AB-FA064AF7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E5BB0E-B7C2-445C-AA31-5C3D01E4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Пока поставщик не подтвердил условия, мы не открываем оплату.</a:t>
            </a:r>
          </a:p>
        </p:txBody>
      </p:sp>
    </p:spTree>
    <p:extLst>
      <p:ext uri="{BB962C8B-B14F-4D97-AF65-F5344CB8AC3E}">
        <p14:creationId xmlns:p14="http://schemas.microsoft.com/office/powerpoint/2010/main" val="9573830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8684CF-A7B2-488B-A820-F00CD43A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7AA2B7-46C6-44E4-B29E-1798DF6B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CB659D-0D24-487E-809B-3BF1DC77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254847-2F9F-4BBD-8C3D-61D9BA8B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9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8243C"/>
                </a:solidFill>
              </a:defRPr>
            </a:defPPr>
            <a:lvl1pPr>
              <a:defRPr sz="2850" b="1">
                <a:solidFill>
                  <a:srgbClr val="18243C"/>
                </a:solidFill>
              </a:defRPr>
            </a:lvl1pPr>
            <a:lvl2pPr>
              <a:defRPr sz="2850" b="1">
                <a:solidFill>
                  <a:srgbClr val="18243C"/>
                </a:solidFill>
              </a:defRPr>
            </a:lvl2pPr>
            <a:lvl3pPr>
              <a:defRPr sz="2850" b="1">
                <a:solidFill>
                  <a:srgbClr val="18243C"/>
                </a:solidFill>
              </a:defRPr>
            </a:lvl3pPr>
            <a:lvl4pPr>
              <a:defRPr sz="2850" b="1">
                <a:solidFill>
                  <a:srgbClr val="18243C"/>
                </a:solidFill>
              </a:defRPr>
            </a:lvl4pPr>
            <a:lvl5pPr>
              <a:defRPr sz="2850" b="1">
                <a:solidFill>
                  <a:srgbClr val="18243C"/>
                </a:solidFill>
              </a:defRPr>
            </a:lvl5pPr>
            <a:lvl6pPr>
              <a:defRPr sz="2850" b="1">
                <a:solidFill>
                  <a:srgbClr val="18243C"/>
                </a:solidFill>
              </a:defRPr>
            </a:lvl6pPr>
            <a:lvl7pPr>
              <a:defRPr sz="2850" b="1">
                <a:solidFill>
                  <a:srgbClr val="18243C"/>
                </a:solidFill>
              </a:defRPr>
            </a:lvl7pPr>
            <a:lvl8pPr>
              <a:defRPr sz="2850" b="1">
                <a:solidFill>
                  <a:srgbClr val="18243C"/>
                </a:solidFill>
              </a:defRPr>
            </a:lvl8pPr>
            <a:lvl9pPr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Что мы добавили в макет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7D3DDE-662D-4F69-9291-18D43388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738096"/>
                </a:solidFill>
              </a:defRPr>
            </a:defPPr>
            <a:lvl1pPr>
              <a:defRPr sz="1200" b="0">
                <a:solidFill>
                  <a:srgbClr val="738096"/>
                </a:solidFill>
              </a:defRPr>
            </a:lvl1pPr>
            <a:lvl2pPr>
              <a:defRPr sz="1200" b="0">
                <a:solidFill>
                  <a:srgbClr val="738096"/>
                </a:solidFill>
              </a:defRPr>
            </a:lvl2pPr>
            <a:lvl3pPr>
              <a:defRPr sz="1200" b="0">
                <a:solidFill>
                  <a:srgbClr val="738096"/>
                </a:solidFill>
              </a:defRPr>
            </a:lvl3pPr>
            <a:lvl4pPr>
              <a:defRPr sz="1200" b="0">
                <a:solidFill>
                  <a:srgbClr val="738096"/>
                </a:solidFill>
              </a:defRPr>
            </a:lvl4pPr>
            <a:lvl5pPr>
              <a:defRPr sz="1200" b="0">
                <a:solidFill>
                  <a:srgbClr val="738096"/>
                </a:solidFill>
              </a:defRPr>
            </a:lvl5pPr>
            <a:lvl6pPr>
              <a:defRPr sz="1200" b="0">
                <a:solidFill>
                  <a:srgbClr val="738096"/>
                </a:solidFill>
              </a:defRPr>
            </a:lvl6pPr>
            <a:lvl7pPr>
              <a:defRPr sz="1200" b="0">
                <a:solidFill>
                  <a:srgbClr val="738096"/>
                </a:solidFill>
              </a:defRPr>
            </a:lvl7pPr>
            <a:lvl8pPr>
              <a:defRPr sz="1200" b="0">
                <a:solidFill>
                  <a:srgbClr val="738096"/>
                </a:solidFill>
              </a:defRPr>
            </a:lvl8pPr>
            <a:lvl9pPr>
              <a:defRPr sz="12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38096"/>
                </a:solidFill>
              </a:defRPr>
            </a:pPr>
            <a:r>
              <a:rPr sz="1200" b="0">
                <a:solidFill>
                  <a:srgbClr val="738096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BC6E29-821C-4DA4-BA64-0118B312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Для каждой роли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51130E-6511-455F-A871-73AFE2D6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33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Мы сделали отдельную навигацию и вкладку статистики.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B8BB3A-02D4-44D5-892D-EBFF84C8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4787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В верхней панели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C0F096-4A28-45E6-9F2B-FDCB5C67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Мы добавили вход в профиль, переключение темы и сворачивание меню.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BB3183-0D60-45B0-8E25-7F465889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4787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У администратора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97E1CA-CB6D-4294-8DF7-97AA2276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71750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Мы добавили карточку пользователя с его данными, товарами и заказами.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530BB0-3573-4A39-8FFA-88506D3A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8243C"/>
                </a:solidFill>
              </a:defRPr>
            </a:defPPr>
            <a:lvl1pPr>
              <a:defRPr sz="1800" b="1">
                <a:solidFill>
                  <a:srgbClr val="18243C"/>
                </a:solidFill>
              </a:defRPr>
            </a:lvl1pPr>
            <a:lvl2pPr>
              <a:defRPr sz="1800" b="1">
                <a:solidFill>
                  <a:srgbClr val="18243C"/>
                </a:solidFill>
              </a:defRPr>
            </a:lvl2pPr>
            <a:lvl3pPr>
              <a:defRPr sz="1800" b="1">
                <a:solidFill>
                  <a:srgbClr val="18243C"/>
                </a:solidFill>
              </a:defRPr>
            </a:lvl3pPr>
            <a:lvl4pPr>
              <a:defRPr sz="1800" b="1">
                <a:solidFill>
                  <a:srgbClr val="18243C"/>
                </a:solidFill>
              </a:defRPr>
            </a:lvl4pPr>
            <a:lvl5pPr>
              <a:defRPr sz="1800" b="1">
                <a:solidFill>
                  <a:srgbClr val="18243C"/>
                </a:solidFill>
              </a:defRPr>
            </a:lvl5pPr>
            <a:lvl6pPr>
              <a:defRPr sz="1800" b="1">
                <a:solidFill>
                  <a:srgbClr val="18243C"/>
                </a:solidFill>
              </a:defRPr>
            </a:lvl6pPr>
            <a:lvl7pPr>
              <a:defRPr sz="1800" b="1">
                <a:solidFill>
                  <a:srgbClr val="18243C"/>
                </a:solidFill>
              </a:defRPr>
            </a:lvl7pPr>
            <a:lvl8pPr>
              <a:defRPr sz="1800" b="1">
                <a:solidFill>
                  <a:srgbClr val="18243C"/>
                </a:solidFill>
              </a:defRPr>
            </a:lvl8pPr>
            <a:lvl9pPr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Мы показываем подписку в профиле как оплаченную, без цены тарифа.</a:t>
            </a:r>
          </a:p>
        </p:txBody>
      </p:sp>
    </p:spTree>
    <p:extLst>
      <p:ext uri="{BB962C8B-B14F-4D97-AF65-F5344CB8AC3E}">
        <p14:creationId xmlns:p14="http://schemas.microsoft.com/office/powerpoint/2010/main" val="17871058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C01298-542A-49DF-91E7-520E265D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313E53-961E-4223-B1A9-567C8AB5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723A1-F499-4DAE-A082-D9003430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C43047-75E3-4D05-9BE8-F8D15EAD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9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8243C"/>
                </a:solidFill>
              </a:defRPr>
            </a:defPPr>
            <a:lvl1pPr>
              <a:defRPr sz="2850" b="1">
                <a:solidFill>
                  <a:srgbClr val="18243C"/>
                </a:solidFill>
              </a:defRPr>
            </a:lvl1pPr>
            <a:lvl2pPr>
              <a:defRPr sz="2850" b="1">
                <a:solidFill>
                  <a:srgbClr val="18243C"/>
                </a:solidFill>
              </a:defRPr>
            </a:lvl2pPr>
            <a:lvl3pPr>
              <a:defRPr sz="2850" b="1">
                <a:solidFill>
                  <a:srgbClr val="18243C"/>
                </a:solidFill>
              </a:defRPr>
            </a:lvl3pPr>
            <a:lvl4pPr>
              <a:defRPr sz="2850" b="1">
                <a:solidFill>
                  <a:srgbClr val="18243C"/>
                </a:solidFill>
              </a:defRPr>
            </a:lvl4pPr>
            <a:lvl5pPr>
              <a:defRPr sz="2850" b="1">
                <a:solidFill>
                  <a:srgbClr val="18243C"/>
                </a:solidFill>
              </a:defRPr>
            </a:lvl5pPr>
            <a:lvl6pPr>
              <a:defRPr sz="2850" b="1">
                <a:solidFill>
                  <a:srgbClr val="18243C"/>
                </a:solidFill>
              </a:defRPr>
            </a:lvl6pPr>
            <a:lvl7pPr>
              <a:defRPr sz="2850" b="1">
                <a:solidFill>
                  <a:srgbClr val="18243C"/>
                </a:solidFill>
              </a:defRPr>
            </a:lvl7pPr>
            <a:lvl8pPr>
              <a:defRPr sz="2850" b="1">
                <a:solidFill>
                  <a:srgbClr val="18243C"/>
                </a:solidFill>
              </a:defRPr>
            </a:lvl8pPr>
            <a:lvl9pPr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Что мы узнали на проверке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BE7FF3-F2C5-4987-BBF5-807ECEFE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738096"/>
                </a:solidFill>
              </a:defRPr>
            </a:defPPr>
            <a:lvl1pPr>
              <a:defRPr sz="1200" b="0">
                <a:solidFill>
                  <a:srgbClr val="738096"/>
                </a:solidFill>
              </a:defRPr>
            </a:lvl1pPr>
            <a:lvl2pPr>
              <a:defRPr sz="1200" b="0">
                <a:solidFill>
                  <a:srgbClr val="738096"/>
                </a:solidFill>
              </a:defRPr>
            </a:lvl2pPr>
            <a:lvl3pPr>
              <a:defRPr sz="1200" b="0">
                <a:solidFill>
                  <a:srgbClr val="738096"/>
                </a:solidFill>
              </a:defRPr>
            </a:lvl3pPr>
            <a:lvl4pPr>
              <a:defRPr sz="1200" b="0">
                <a:solidFill>
                  <a:srgbClr val="738096"/>
                </a:solidFill>
              </a:defRPr>
            </a:lvl4pPr>
            <a:lvl5pPr>
              <a:defRPr sz="1200" b="0">
                <a:solidFill>
                  <a:srgbClr val="738096"/>
                </a:solidFill>
              </a:defRPr>
            </a:lvl5pPr>
            <a:lvl6pPr>
              <a:defRPr sz="1200" b="0">
                <a:solidFill>
                  <a:srgbClr val="738096"/>
                </a:solidFill>
              </a:defRPr>
            </a:lvl6pPr>
            <a:lvl7pPr>
              <a:defRPr sz="1200" b="0">
                <a:solidFill>
                  <a:srgbClr val="738096"/>
                </a:solidFill>
              </a:defRPr>
            </a:lvl7pPr>
            <a:lvl8pPr>
              <a:defRPr sz="1200" b="0">
                <a:solidFill>
                  <a:srgbClr val="738096"/>
                </a:solidFill>
              </a:defRPr>
            </a:lvl8pPr>
            <a:lvl9pPr>
              <a:defRPr sz="12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38096"/>
                </a:solidFill>
              </a:defRPr>
            </a:pPr>
            <a:r>
              <a:rPr sz="1200" b="0">
                <a:solidFill>
                  <a:srgbClr val="738096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98AB6-0D79-4430-AFFB-9066EFB0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285BEB"/>
                </a:solidFill>
              </a:defRPr>
            </a:defPPr>
            <a:lvl1pPr>
              <a:defRPr sz="1875" b="1">
                <a:solidFill>
                  <a:srgbClr val="285BEB"/>
                </a:solidFill>
              </a:defRPr>
            </a:lvl1pPr>
            <a:lvl2pPr>
              <a:defRPr sz="1875" b="1">
                <a:solidFill>
                  <a:srgbClr val="285BEB"/>
                </a:solidFill>
              </a:defRPr>
            </a:lvl2pPr>
            <a:lvl3pPr>
              <a:defRPr sz="1875" b="1">
                <a:solidFill>
                  <a:srgbClr val="285BEB"/>
                </a:solidFill>
              </a:defRPr>
            </a:lvl3pPr>
            <a:lvl4pPr>
              <a:defRPr sz="1875" b="1">
                <a:solidFill>
                  <a:srgbClr val="285BEB"/>
                </a:solidFill>
              </a:defRPr>
            </a:lvl4pPr>
            <a:lvl5pPr>
              <a:defRPr sz="1875" b="1">
                <a:solidFill>
                  <a:srgbClr val="285BEB"/>
                </a:solidFill>
              </a:defRPr>
            </a:lvl5pPr>
            <a:lvl6pPr>
              <a:defRPr sz="1875" b="1">
                <a:solidFill>
                  <a:srgbClr val="285BEB"/>
                </a:solidFill>
              </a:defRPr>
            </a:lvl6pPr>
            <a:lvl7pPr>
              <a:defRPr sz="1875" b="1">
                <a:solidFill>
                  <a:srgbClr val="285BEB"/>
                </a:solidFill>
              </a:defRPr>
            </a:lvl7pPr>
            <a:lvl8pPr>
              <a:defRPr sz="1875" b="1">
                <a:solidFill>
                  <a:srgbClr val="285BEB"/>
                </a:solidFill>
              </a:defRPr>
            </a:lvl8pPr>
            <a:lvl9pPr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Олег показал макет двум участникам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AFC370-8E11-4B1D-944A-BF2F6A89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8243C"/>
                </a:solidFill>
              </a:defRPr>
            </a:defPPr>
            <a:lvl1pPr>
              <a:defRPr sz="2100" b="1">
                <a:solidFill>
                  <a:srgbClr val="18243C"/>
                </a:solidFill>
              </a:defRPr>
            </a:lvl1pPr>
            <a:lvl2pPr>
              <a:defRPr sz="2100" b="1">
                <a:solidFill>
                  <a:srgbClr val="18243C"/>
                </a:solidFill>
              </a:defRPr>
            </a:lvl2pPr>
            <a:lvl3pPr>
              <a:defRPr sz="2100" b="1">
                <a:solidFill>
                  <a:srgbClr val="18243C"/>
                </a:solidFill>
              </a:defRPr>
            </a:lvl3pPr>
            <a:lvl4pPr>
              <a:defRPr sz="2100" b="1">
                <a:solidFill>
                  <a:srgbClr val="18243C"/>
                </a:solidFill>
              </a:defRPr>
            </a:lvl4pPr>
            <a:lvl5pPr>
              <a:defRPr sz="2100" b="1">
                <a:solidFill>
                  <a:srgbClr val="18243C"/>
                </a:solidFill>
              </a:defRPr>
            </a:lvl5pPr>
            <a:lvl6pPr>
              <a:defRPr sz="2100" b="1">
                <a:solidFill>
                  <a:srgbClr val="18243C"/>
                </a:solidFill>
              </a:defRPr>
            </a:lvl6pPr>
            <a:lvl7pPr>
              <a:defRPr sz="2100" b="1">
                <a:solidFill>
                  <a:srgbClr val="18243C"/>
                </a:solidFill>
              </a:defRPr>
            </a:lvl7pPr>
            <a:lvl8pPr>
              <a:defRPr sz="2100" b="1">
                <a:solidFill>
                  <a:srgbClr val="18243C"/>
                </a:solidFill>
              </a:defRPr>
            </a:lvl8pPr>
            <a:lvl9pPr>
              <a:defRPr sz="21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8243C"/>
                </a:solidFill>
              </a:defRPr>
            </a:pPr>
            <a:r>
              <a:rPr sz="2100" b="1">
                <a:solidFill>
                  <a:srgbClr val="18243C"/>
                </a:solidFill>
              </a:rPr>
              <a:t>Отец Олега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27951E-4033-4DAF-BEFE-77AF9334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572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Исследовал интерфейс и примерно понял назначение платформы.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7FD63E-1676-4D6B-B187-03B44B09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8243C"/>
                </a:solidFill>
              </a:defRPr>
            </a:defPPr>
            <a:lvl1pPr>
              <a:defRPr sz="2100" b="1">
                <a:solidFill>
                  <a:srgbClr val="18243C"/>
                </a:solidFill>
              </a:defRPr>
            </a:lvl1pPr>
            <a:lvl2pPr>
              <a:defRPr sz="2100" b="1">
                <a:solidFill>
                  <a:srgbClr val="18243C"/>
                </a:solidFill>
              </a:defRPr>
            </a:lvl2pPr>
            <a:lvl3pPr>
              <a:defRPr sz="2100" b="1">
                <a:solidFill>
                  <a:srgbClr val="18243C"/>
                </a:solidFill>
              </a:defRPr>
            </a:lvl3pPr>
            <a:lvl4pPr>
              <a:defRPr sz="2100" b="1">
                <a:solidFill>
                  <a:srgbClr val="18243C"/>
                </a:solidFill>
              </a:defRPr>
            </a:lvl4pPr>
            <a:lvl5pPr>
              <a:defRPr sz="2100" b="1">
                <a:solidFill>
                  <a:srgbClr val="18243C"/>
                </a:solidFill>
              </a:defRPr>
            </a:lvl5pPr>
            <a:lvl6pPr>
              <a:defRPr sz="2100" b="1">
                <a:solidFill>
                  <a:srgbClr val="18243C"/>
                </a:solidFill>
              </a:defRPr>
            </a:lvl6pPr>
            <a:lvl7pPr>
              <a:defRPr sz="2100" b="1">
                <a:solidFill>
                  <a:srgbClr val="18243C"/>
                </a:solidFill>
              </a:defRPr>
            </a:lvl7pPr>
            <a:lvl8pPr>
              <a:defRPr sz="2100" b="1">
                <a:solidFill>
                  <a:srgbClr val="18243C"/>
                </a:solidFill>
              </a:defRPr>
            </a:lvl8pPr>
            <a:lvl9pPr>
              <a:defRPr sz="21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8243C"/>
                </a:solidFill>
              </a:defRPr>
            </a:pPr>
            <a:r>
              <a:rPr sz="2100" b="1">
                <a:solidFill>
                  <a:srgbClr val="18243C"/>
                </a:solidFill>
              </a:rPr>
              <a:t>Мать Олега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6371A-7A40-49F0-BB92-5F1C454B4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38500"/>
            <a:ext cx="4572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Открывала заметные вкладки, но не нажала на профиль и смену темы.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0DDC40-48FE-4BFC-8026-FD5F1338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В следующей проверке мы попросим найти подписку и переключить тему без подсказки расположения кнопок.</a:t>
            </a:r>
          </a:p>
        </p:txBody>
      </p:sp>
    </p:spTree>
    <p:extLst>
      <p:ext uri="{BB962C8B-B14F-4D97-AF65-F5344CB8AC3E}">
        <p14:creationId xmlns:p14="http://schemas.microsoft.com/office/powerpoint/2010/main" val="7002467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BF1AB-A18E-4348-AD66-FDBFF902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56ACD5-E110-4BA7-BB1F-CA41CBDE8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4FCE1F-D16E-4045-B660-A3CA4BD9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C9469B-8589-4D37-B5C0-EDB6E684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9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8243C"/>
                </a:solidFill>
              </a:defRPr>
            </a:defPPr>
            <a:lvl1pPr>
              <a:defRPr sz="2850" b="1">
                <a:solidFill>
                  <a:srgbClr val="18243C"/>
                </a:solidFill>
              </a:defRPr>
            </a:lvl1pPr>
            <a:lvl2pPr>
              <a:defRPr sz="2850" b="1">
                <a:solidFill>
                  <a:srgbClr val="18243C"/>
                </a:solidFill>
              </a:defRPr>
            </a:lvl2pPr>
            <a:lvl3pPr>
              <a:defRPr sz="2850" b="1">
                <a:solidFill>
                  <a:srgbClr val="18243C"/>
                </a:solidFill>
              </a:defRPr>
            </a:lvl3pPr>
            <a:lvl4pPr>
              <a:defRPr sz="2850" b="1">
                <a:solidFill>
                  <a:srgbClr val="18243C"/>
                </a:solidFill>
              </a:defRPr>
            </a:lvl4pPr>
            <a:lvl5pPr>
              <a:defRPr sz="2850" b="1">
                <a:solidFill>
                  <a:srgbClr val="18243C"/>
                </a:solidFill>
              </a:defRPr>
            </a:lvl5pPr>
            <a:lvl6pPr>
              <a:defRPr sz="2850" b="1">
                <a:solidFill>
                  <a:srgbClr val="18243C"/>
                </a:solidFill>
              </a:defRPr>
            </a:lvl6pPr>
            <a:lvl7pPr>
              <a:defRPr sz="2850" b="1">
                <a:solidFill>
                  <a:srgbClr val="18243C"/>
                </a:solidFill>
              </a:defRPr>
            </a:lvl7pPr>
            <a:lvl8pPr>
              <a:defRPr sz="2850" b="1">
                <a:solidFill>
                  <a:srgbClr val="18243C"/>
                </a:solidFill>
              </a:defRPr>
            </a:lvl8pPr>
            <a:lvl9pPr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Как мы разделили работу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10CA9E-243F-4F27-BC3B-561B8F15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738096"/>
                </a:solidFill>
              </a:defRPr>
            </a:defPPr>
            <a:lvl1pPr>
              <a:defRPr sz="1200" b="0">
                <a:solidFill>
                  <a:srgbClr val="738096"/>
                </a:solidFill>
              </a:defRPr>
            </a:lvl1pPr>
            <a:lvl2pPr>
              <a:defRPr sz="1200" b="0">
                <a:solidFill>
                  <a:srgbClr val="738096"/>
                </a:solidFill>
              </a:defRPr>
            </a:lvl2pPr>
            <a:lvl3pPr>
              <a:defRPr sz="1200" b="0">
                <a:solidFill>
                  <a:srgbClr val="738096"/>
                </a:solidFill>
              </a:defRPr>
            </a:lvl3pPr>
            <a:lvl4pPr>
              <a:defRPr sz="1200" b="0">
                <a:solidFill>
                  <a:srgbClr val="738096"/>
                </a:solidFill>
              </a:defRPr>
            </a:lvl4pPr>
            <a:lvl5pPr>
              <a:defRPr sz="1200" b="0">
                <a:solidFill>
                  <a:srgbClr val="738096"/>
                </a:solidFill>
              </a:defRPr>
            </a:lvl5pPr>
            <a:lvl6pPr>
              <a:defRPr sz="1200" b="0">
                <a:solidFill>
                  <a:srgbClr val="738096"/>
                </a:solidFill>
              </a:defRPr>
            </a:lvl6pPr>
            <a:lvl7pPr>
              <a:defRPr sz="1200" b="0">
                <a:solidFill>
                  <a:srgbClr val="738096"/>
                </a:solidFill>
              </a:defRPr>
            </a:lvl7pPr>
            <a:lvl8pPr>
              <a:defRPr sz="1200" b="0">
                <a:solidFill>
                  <a:srgbClr val="738096"/>
                </a:solidFill>
              </a:defRPr>
            </a:lvl8pPr>
            <a:lvl9pPr>
              <a:defRPr sz="12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38096"/>
                </a:solidFill>
              </a:defRPr>
            </a:pPr>
            <a:r>
              <a:rPr sz="1200" b="0">
                <a:solidFill>
                  <a:srgbClr val="738096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BC0755-502D-4C74-9ED6-28B0D369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466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285BEB"/>
                </a:solidFill>
              </a:defRPr>
            </a:defPPr>
            <a:lvl1pPr>
              <a:defRPr sz="2175" b="1">
                <a:solidFill>
                  <a:srgbClr val="285BEB"/>
                </a:solidFill>
              </a:defRPr>
            </a:lvl1pPr>
            <a:lvl2pPr>
              <a:defRPr sz="2175" b="1">
                <a:solidFill>
                  <a:srgbClr val="285BEB"/>
                </a:solidFill>
              </a:defRPr>
            </a:lvl2pPr>
            <a:lvl3pPr>
              <a:defRPr sz="2175" b="1">
                <a:solidFill>
                  <a:srgbClr val="285BEB"/>
                </a:solidFill>
              </a:defRPr>
            </a:lvl3pPr>
            <a:lvl4pPr>
              <a:defRPr sz="2175" b="1">
                <a:solidFill>
                  <a:srgbClr val="285BEB"/>
                </a:solidFill>
              </a:defRPr>
            </a:lvl4pPr>
            <a:lvl5pPr>
              <a:defRPr sz="2175" b="1">
                <a:solidFill>
                  <a:srgbClr val="285BEB"/>
                </a:solidFill>
              </a:defRPr>
            </a:lvl5pPr>
            <a:lvl6pPr>
              <a:defRPr sz="2175" b="1">
                <a:solidFill>
                  <a:srgbClr val="285BEB"/>
                </a:solidFill>
              </a:defRPr>
            </a:lvl6pPr>
            <a:lvl7pPr>
              <a:defRPr sz="2175" b="1">
                <a:solidFill>
                  <a:srgbClr val="285BEB"/>
                </a:solidFill>
              </a:defRPr>
            </a:lvl7pPr>
            <a:lvl8pPr>
              <a:defRPr sz="2175" b="1">
                <a:solidFill>
                  <a:srgbClr val="285BEB"/>
                </a:solidFill>
              </a:defRPr>
            </a:lvl8pPr>
            <a:lvl9pPr>
              <a:defRPr sz="21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85BEB"/>
                </a:solidFill>
              </a:defRPr>
            </a:pPr>
            <a:r>
              <a:rPr sz="2175" b="1">
                <a:solidFill>
                  <a:srgbClr val="285BEB"/>
                </a:solidFill>
              </a:rPr>
              <a:t>Олег Яковлев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DB353E-E71D-4685-98D0-47C04854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46672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ТЗ, основная работа над итоговым дизайном Figma и проверка с пользователями.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3649E3-0269-4CA2-AAC8-0652B3EA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47875"/>
            <a:ext cx="466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285BEB"/>
                </a:solidFill>
              </a:defRPr>
            </a:defPPr>
            <a:lvl1pPr>
              <a:defRPr sz="2175" b="1">
                <a:solidFill>
                  <a:srgbClr val="285BEB"/>
                </a:solidFill>
              </a:defRPr>
            </a:lvl1pPr>
            <a:lvl2pPr>
              <a:defRPr sz="2175" b="1">
                <a:solidFill>
                  <a:srgbClr val="285BEB"/>
                </a:solidFill>
              </a:defRPr>
            </a:lvl2pPr>
            <a:lvl3pPr>
              <a:defRPr sz="2175" b="1">
                <a:solidFill>
                  <a:srgbClr val="285BEB"/>
                </a:solidFill>
              </a:defRPr>
            </a:lvl3pPr>
            <a:lvl4pPr>
              <a:defRPr sz="2175" b="1">
                <a:solidFill>
                  <a:srgbClr val="285BEB"/>
                </a:solidFill>
              </a:defRPr>
            </a:lvl4pPr>
            <a:lvl5pPr>
              <a:defRPr sz="2175" b="1">
                <a:solidFill>
                  <a:srgbClr val="285BEB"/>
                </a:solidFill>
              </a:defRPr>
            </a:lvl5pPr>
            <a:lvl6pPr>
              <a:defRPr sz="2175" b="1">
                <a:solidFill>
                  <a:srgbClr val="285BEB"/>
                </a:solidFill>
              </a:defRPr>
            </a:lvl6pPr>
            <a:lvl7pPr>
              <a:defRPr sz="2175" b="1">
                <a:solidFill>
                  <a:srgbClr val="285BEB"/>
                </a:solidFill>
              </a:defRPr>
            </a:lvl7pPr>
            <a:lvl8pPr>
              <a:defRPr sz="2175" b="1">
                <a:solidFill>
                  <a:srgbClr val="285BEB"/>
                </a:solidFill>
              </a:defRPr>
            </a:lvl8pPr>
            <a:lvl9pPr>
              <a:defRPr sz="21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85BEB"/>
                </a:solidFill>
              </a:defRPr>
            </a:pPr>
            <a:r>
              <a:rPr sz="2175" b="1">
                <a:solidFill>
                  <a:srgbClr val="285BEB"/>
                </a:solidFill>
              </a:rPr>
              <a:t>Семён Казанцев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7C969C-8A9E-4773-89D7-91D422E5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19375"/>
            <a:ext cx="46672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Портреты пользователей, истории, UML, вайрфреймы и участие в обсуждении итогового дизайна.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AF8A45-1654-4EE7-B182-FC0CA648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8243C"/>
                </a:solidFill>
              </a:defRPr>
            </a:defPPr>
            <a:lvl1pPr>
              <a:defRPr sz="1875" b="1">
                <a:solidFill>
                  <a:srgbClr val="18243C"/>
                </a:solidFill>
              </a:defRPr>
            </a:lvl1pPr>
            <a:lvl2pPr>
              <a:defRPr sz="1875" b="1">
                <a:solidFill>
                  <a:srgbClr val="18243C"/>
                </a:solidFill>
              </a:defRPr>
            </a:lvl2pPr>
            <a:lvl3pPr>
              <a:defRPr sz="1875" b="1">
                <a:solidFill>
                  <a:srgbClr val="18243C"/>
                </a:solidFill>
              </a:defRPr>
            </a:lvl3pPr>
            <a:lvl4pPr>
              <a:defRPr sz="1875" b="1">
                <a:solidFill>
                  <a:srgbClr val="18243C"/>
                </a:solidFill>
              </a:defRPr>
            </a:lvl4pPr>
            <a:lvl5pPr>
              <a:defRPr sz="1875" b="1">
                <a:solidFill>
                  <a:srgbClr val="18243C"/>
                </a:solidFill>
              </a:defRPr>
            </a:lvl5pPr>
            <a:lvl6pPr>
              <a:defRPr sz="1875" b="1">
                <a:solidFill>
                  <a:srgbClr val="18243C"/>
                </a:solidFill>
              </a:defRPr>
            </a:lvl6pPr>
            <a:lvl7pPr>
              <a:defRPr sz="1875" b="1">
                <a:solidFill>
                  <a:srgbClr val="18243C"/>
                </a:solidFill>
              </a:defRPr>
            </a:lvl7pPr>
            <a:lvl8pPr>
              <a:defRPr sz="1875" b="1">
                <a:solidFill>
                  <a:srgbClr val="18243C"/>
                </a:solidFill>
              </a:defRPr>
            </a:lvl8pPr>
            <a:lvl9pPr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Мы собрали все материалы и ссылки в публичном репозитории DropCRM.</a:t>
            </a:r>
          </a:p>
        </p:txBody>
      </p:sp>
    </p:spTree>
    <p:extLst>
      <p:ext uri="{BB962C8B-B14F-4D97-AF65-F5344CB8AC3E}">
        <p14:creationId xmlns:p14="http://schemas.microsoft.com/office/powerpoint/2010/main" val="1676832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2026-10-30T01:25:48.8500000Z</dcterms:created>
  <dcterms:modified xsi:type="dcterms:W3CDTF">2026-10-30T01:25:48.8500000Z</dcterms:modified>
</coreProperties>
</file>