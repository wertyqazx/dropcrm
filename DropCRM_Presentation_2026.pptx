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d6ab5d776e4b1a" /><Relationship Type="http://schemas.openxmlformats.org/officeDocument/2006/relationships/extended-properties" Target="/docProps/app.xml" Id="R6d554140b1754dbc" /><Relationship Type="http://schemas.openxmlformats.org/officeDocument/2006/relationships/officeDocument" Target="/ppt/presentation.xml" Id="R2495d63c35f54d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e4a23d4a424799"/>
  </p:sldMasterIdLst>
  <p:notesMasterIdLst>
    <p:notesMasterId xmlns:r="http://schemas.openxmlformats.org/officeDocument/2006/relationships" r:id="Rc95c55d9a3634576"/>
  </p:notesMasterIdLst>
  <p:sldIdLst>
    <p:sldId xmlns:r="http://schemas.openxmlformats.org/officeDocument/2006/relationships" id="256" r:id="R807beab083444d69"/>
    <p:sldId xmlns:r="http://schemas.openxmlformats.org/officeDocument/2006/relationships" id="257" r:id="R82bfed1cb6df425d"/>
    <p:sldId xmlns:r="http://schemas.openxmlformats.org/officeDocument/2006/relationships" id="258" r:id="Rc2b8dcbe73ff4b1a"/>
    <p:sldId xmlns:r="http://schemas.openxmlformats.org/officeDocument/2006/relationships" id="259" r:id="R0081a7644384420f"/>
    <p:sldId xmlns:r="http://schemas.openxmlformats.org/officeDocument/2006/relationships" id="260" r:id="R34f382ebdd8241cc"/>
    <p:sldId xmlns:r="http://schemas.openxmlformats.org/officeDocument/2006/relationships" id="261" r:id="R93ac4cc047174fb4"/>
    <p:sldId xmlns:r="http://schemas.openxmlformats.org/officeDocument/2006/relationships" id="262" r:id="Rce47fdc894b64c32"/>
    <p:sldId xmlns:r="http://schemas.openxmlformats.org/officeDocument/2006/relationships" id="263" r:id="R7303015d959d4803"/>
    <p:sldId xmlns:r="http://schemas.openxmlformats.org/officeDocument/2006/relationships" id="264" r:id="R6235240a2a9e4fa2"/>
    <p:sldId xmlns:r="http://schemas.openxmlformats.org/officeDocument/2006/relationships" id="265" r:id="R4db9ad9e8e1d49f7"/>
    <p:sldId xmlns:r="http://schemas.openxmlformats.org/officeDocument/2006/relationships" id="266" r:id="R00c00022558b4c8c"/>
    <p:sldId xmlns:r="http://schemas.openxmlformats.org/officeDocument/2006/relationships" id="267" r:id="Rd64ab6da0e114fa6"/>
    <p:sldId xmlns:r="http://schemas.openxmlformats.org/officeDocument/2006/relationships" id="268" r:id="R601476ba22734298"/>
    <p:sldId xmlns:r="http://schemas.openxmlformats.org/officeDocument/2006/relationships" id="269" r:id="R67c9674dfdeb40a8"/>
    <p:sldId xmlns:r="http://schemas.openxmlformats.org/officeDocument/2006/relationships" id="270" r:id="R1b1eba9140354ad9"/>
    <p:sldId xmlns:r="http://schemas.openxmlformats.org/officeDocument/2006/relationships" id="271" r:id="R7c19bf3f82f94761"/>
    <p:sldId xmlns:r="http://schemas.openxmlformats.org/officeDocument/2006/relationships" id="272" r:id="R6ca7b8b237a54a3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a959e7f2fe64f3c" /><Relationship Type="http://schemas.openxmlformats.org/officeDocument/2006/relationships/slideMaster" Target="/ppt/slideMasters/slideMaster1.xml" Id="Ra1e4a23d4a424799" /><Relationship Type="http://schemas.openxmlformats.org/officeDocument/2006/relationships/notesMaster" Target="/ppt/notesMasters/notesMaster1.xml" Id="Rc95c55d9a3634576" /><Relationship Type="http://schemas.openxmlformats.org/officeDocument/2006/relationships/presProps" Target="/ppt/presProps.xml" Id="Rcdbdaab53cc74b83" /><Relationship Type="http://schemas.openxmlformats.org/officeDocument/2006/relationships/tableStyles" Target="/ppt/tableStyles.xml" Id="Rba730ce89d454c35" /><Relationship Type="http://schemas.openxmlformats.org/officeDocument/2006/relationships/slide" Target="/ppt/slides/slide1.xml" Id="R807beab083444d69" /><Relationship Type="http://schemas.openxmlformats.org/officeDocument/2006/relationships/slide" Target="/ppt/slides/slide2.xml" Id="R82bfed1cb6df425d" /><Relationship Type="http://schemas.openxmlformats.org/officeDocument/2006/relationships/slide" Target="/ppt/slides/slide3.xml" Id="Rc2b8dcbe73ff4b1a" /><Relationship Type="http://schemas.openxmlformats.org/officeDocument/2006/relationships/slide" Target="/ppt/slides/slide4.xml" Id="R0081a7644384420f" /><Relationship Type="http://schemas.openxmlformats.org/officeDocument/2006/relationships/slide" Target="/ppt/slides/slide5.xml" Id="R34f382ebdd8241cc" /><Relationship Type="http://schemas.openxmlformats.org/officeDocument/2006/relationships/slide" Target="/ppt/slides/slide6.xml" Id="R93ac4cc047174fb4" /><Relationship Type="http://schemas.openxmlformats.org/officeDocument/2006/relationships/slide" Target="/ppt/slides/slide7.xml" Id="Rce47fdc894b64c32" /><Relationship Type="http://schemas.openxmlformats.org/officeDocument/2006/relationships/slide" Target="/ppt/slides/slide8.xml" Id="R7303015d959d4803" /><Relationship Type="http://schemas.openxmlformats.org/officeDocument/2006/relationships/slide" Target="/ppt/slides/slide9.xml" Id="R6235240a2a9e4fa2" /><Relationship Type="http://schemas.openxmlformats.org/officeDocument/2006/relationships/slide" Target="/ppt/slides/slide10.xml" Id="R4db9ad9e8e1d49f7" /><Relationship Type="http://schemas.openxmlformats.org/officeDocument/2006/relationships/slide" Target="/ppt/slides/slide11.xml" Id="R00c00022558b4c8c" /><Relationship Type="http://schemas.openxmlformats.org/officeDocument/2006/relationships/slide" Target="/ppt/slides/slide12.xml" Id="Rd64ab6da0e114fa6" /><Relationship Type="http://schemas.openxmlformats.org/officeDocument/2006/relationships/slide" Target="/ppt/slides/slide13.xml" Id="R601476ba22734298" /><Relationship Type="http://schemas.openxmlformats.org/officeDocument/2006/relationships/slide" Target="/ppt/slides/slide14.xml" Id="R67c9674dfdeb40a8" /><Relationship Type="http://schemas.openxmlformats.org/officeDocument/2006/relationships/slide" Target="/ppt/slides/slide15.xml" Id="R1b1eba9140354ad9" /><Relationship Type="http://schemas.openxmlformats.org/officeDocument/2006/relationships/slide" Target="/ppt/slides/slide16.xml" Id="R7c19bf3f82f94761" /><Relationship Type="http://schemas.openxmlformats.org/officeDocument/2006/relationships/slide" Target="/ppt/slides/slide17.xml" Id="R6ca7b8b237a54a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41be70c2a0441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427fcd313849f0" /><Relationship Type="http://schemas.openxmlformats.org/officeDocument/2006/relationships/notesMaster" Target="/ppt/notesMasters/notesMaster1.xml" Id="Ra30d036242234e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c24cde553f4bb9" /><Relationship Type="http://schemas.openxmlformats.org/officeDocument/2006/relationships/notesMaster" Target="/ppt/notesMasters/notesMaster1.xml" Id="Rdb7e87b0bc2140c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a3709ed37f40d2" /><Relationship Type="http://schemas.openxmlformats.org/officeDocument/2006/relationships/notesMaster" Target="/ppt/notesMasters/notesMaster1.xml" Id="R21e11f66644e407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6a20c3cfa0f4407" /><Relationship Type="http://schemas.openxmlformats.org/officeDocument/2006/relationships/notesMaster" Target="/ppt/notesMasters/notesMaster1.xml" Id="R7e5c40a0ae004f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9558f73e45e4964" /><Relationship Type="http://schemas.openxmlformats.org/officeDocument/2006/relationships/notesMaster" Target="/ppt/notesMasters/notesMaster1.xml" Id="Re43c663d6c0e41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aca1fb3830a4327" /><Relationship Type="http://schemas.openxmlformats.org/officeDocument/2006/relationships/notesMaster" Target="/ppt/notesMasters/notesMaster1.xml" Id="R109ad762d4bb444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3a9795629854a64" /><Relationship Type="http://schemas.openxmlformats.org/officeDocument/2006/relationships/notesMaster" Target="/ppt/notesMasters/notesMaster1.xml" Id="Rd08cab0747e042e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3cb19bcfe93424a" /><Relationship Type="http://schemas.openxmlformats.org/officeDocument/2006/relationships/notesMaster" Target="/ppt/notesMasters/notesMaster1.xml" Id="R1e89b6d5087146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17396593f145ad" /><Relationship Type="http://schemas.openxmlformats.org/officeDocument/2006/relationships/notesMaster" Target="/ppt/notesMasters/notesMaster1.xml" Id="R99c7cf9a6d2a475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5b663cc62574fd4" /><Relationship Type="http://schemas.openxmlformats.org/officeDocument/2006/relationships/notesMaster" Target="/ppt/notesMasters/notesMaster1.xml" Id="R634a646a11e0489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f0443bda4ed4ccf" /><Relationship Type="http://schemas.openxmlformats.org/officeDocument/2006/relationships/notesMaster" Target="/ppt/notesMasters/notesMaster1.xml" Id="Re066455ffc24483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a0671e93b0a4efe" /><Relationship Type="http://schemas.openxmlformats.org/officeDocument/2006/relationships/notesMaster" Target="/ppt/notesMasters/notesMaster1.xml" Id="R4da6906bbeb047e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4ea9112e8e44e59" /><Relationship Type="http://schemas.openxmlformats.org/officeDocument/2006/relationships/notesMaster" Target="/ppt/notesMasters/notesMaster1.xml" Id="Ree144ca770c34d6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4373a57a04948dd" /><Relationship Type="http://schemas.openxmlformats.org/officeDocument/2006/relationships/notesMaster" Target="/ppt/notesMasters/notesMaster1.xml" Id="Rc0ebc22265274eb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005bf347fd243ce" /><Relationship Type="http://schemas.openxmlformats.org/officeDocument/2006/relationships/notesMaster" Target="/ppt/notesMasters/notesMaster1.xml" Id="Rdfed45509714455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1faa198be6943e8" /><Relationship Type="http://schemas.openxmlformats.org/officeDocument/2006/relationships/notesMaster" Target="/ppt/notesMasters/notesMaster1.xml" Id="Raed4384d0f70452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cc1159443354a2e" /><Relationship Type="http://schemas.openxmlformats.org/officeDocument/2006/relationships/notesMaster" Target="/ppt/notesMasters/notesMaster1.xml" Id="Rcb62df5e8f014c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Проект DropCRM: интерактивный прототип Figma. Команда: Олег Яковлев и Семён Казанцев. Источники: README и итоговый отчёт репозитория https://github.com/wertyqazx/DropCRM.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Текущий результат является учебным интерактивным прототипом, не рабочим сервисом для реальных платежей и заказов. Источник: docs/final-report.md, разделы 1 и 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Актуальные роли и действия описаны в docs/user-stories/stories.md и docs/user-personas/personas.md.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Последовательность основана на docs/business-rules.md, раздел 3, и docs/user-stories/scenarios.md, UC-D03 и UC-S03.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Место для скриншота: frontend/figma-pages/04-marketplace.html или соответствующий экран интерактивного HTML-прототипа. Источник сценария: docs/user-stories/scenarios.md, UC-D01.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Правило расчёта: 1890 × 1,25 = 2362,50, отображается 2363 ₽ по правилу округления до рубля. Источник: docs/business-rules.md, разделы 5–6. Место для скриншота: frontend/figma-pages/05-offer.html или 19-modal-markup.html.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Сценарий UC-D03; правило оплаты после подтверждения – docs/business-rules.md, BR-06 и BR-09. Место для скриншота: frontend/figma-pages/07-orders.html или 08-order-detail.html.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docs/user-stories/scenarios.md, UC-S03 и docs/business-rules.md. Место для скриншота: frontend/figma-pages/10-supplier-orders.html либо 11-processing.html.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Итог 1890 + 250 + 37,80 = 2177,80 ₽. Комиссия 2% от стоимости товара, не от суммы с доставкой. Статус исполнения отделён от статуса оплаты. Источник: docs/business-rules.md, разделы 3–6.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актуальные пользовательские истории и docs/final-report.md. Место для скриншота: frontend/figma-pages/16-participant-detail.html.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 учебных данных нет суммы платежей по подпискам; не показывать выдуманную выручку. Источник: docs/final-report.md, раздел 4. Место для скриншота: frontend/figma-pages/15-admin-statistics.html.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docs/final-report.md, раздел 3, и актуальные пользовательские истории. В профиле подписка показана как оплаченная без цены тарифа.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sources/original/DropCRM_TZ.pdf и docs/final-report.md, раздел 3. Не утверждать, что серверные, платёжные и мобильные требования реализованы в прототипе.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материалы репозитория DropCRM; README содержит ссылки на ТЗ, персоны, истории, UML, вайрфреймы и Figma.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Олег показал макет своим родителям. Это качественное наблюдение, не формальный тест: задач, времени и цитат не фиксировали. Отсутствие клика при свободном просмотре не означает невозможность выполнить задачу по просьбе. Источник: docs/usability-testing.md.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Распределение работ согласовано с пользователем и отражено в README и docs/final-report.md.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Прототип: https://www.figma.com/design/ui5uMhLfFbQ5jKOqUXEPTE/DropCRM?node-id=22-2745. Репозиторий: https://github.com/wertyqazx/DropCRM. Текущий макет не является рабочей платформой для реальных платежей и заказов.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d90de1cd114c2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1945cc93794db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ce3f645ee347a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0193c1cf384d1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f8af5a63ad430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a980c5d2ba40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F2F95D6-F9EF-474C-81E3-D90746AC49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0CCFA5C-2ACB-410B-9B02-83D90DC648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CE12D6F-4DD0-41B0-9022-8203244E2D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B02B4C4-AC48-4E65-89BD-1578347F67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9E12A13-AEF3-4C10-B7A9-723DC45661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71DF741-A748-47E7-93EC-2467567862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E69B788-57C3-47F9-9373-A8C6922619F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8E88BF2-3070-464E-8136-7476938D220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3CB875D-F8FC-4B0E-9783-09D6BD9A2E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C4DBFA0-C9F0-46C0-A7FC-7D49A2FAEA4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3c779e83bf04ef6" /><Relationship Type="http://schemas.openxmlformats.org/officeDocument/2006/relationships/slideLayout" Target="/ppt/slideLayouts/slideLayout1.xml" Id="R2b652d6343604af1" /><Relationship Type="http://schemas.openxmlformats.org/officeDocument/2006/relationships/slideLayout" Target="/ppt/slideLayouts/slideLayout2.xml" Id="R412c81d7507f4b97" /><Relationship Type="http://schemas.openxmlformats.org/officeDocument/2006/relationships/slideLayout" Target="/ppt/slideLayouts/slideLayout3.xml" Id="R3731d230c1fc466e" /><Relationship Type="http://schemas.openxmlformats.org/officeDocument/2006/relationships/slideLayout" Target="/ppt/slideLayouts/slideLayout4.xml" Id="Rcb84f5891ba54bc1" /><Relationship Type="http://schemas.openxmlformats.org/officeDocument/2006/relationships/slideLayout" Target="/ppt/slideLayouts/slideLayout5.xml" Id="Rf9db2d2ef8ce47ba" /><Relationship Type="http://schemas.openxmlformats.org/officeDocument/2006/relationships/slideLayout" Target="/ppt/slideLayouts/slideLayout6.xml" Id="R834db970d7f94a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652d6343604af1"/>
    <p:sldLayoutId xmlns:r="http://schemas.openxmlformats.org/officeDocument/2006/relationships" id="2147483650" r:id="R412c81d7507f4b97"/>
    <p:sldLayoutId xmlns:r="http://schemas.openxmlformats.org/officeDocument/2006/relationships" id="2147483651" r:id="R3731d230c1fc466e"/>
    <p:sldLayoutId xmlns:r="http://schemas.openxmlformats.org/officeDocument/2006/relationships" id="2147483652" r:id="Rcb84f5891ba54bc1"/>
    <p:sldLayoutId xmlns:r="http://schemas.openxmlformats.org/officeDocument/2006/relationships" id="2147483653" r:id="Rf9db2d2ef8ce47ba"/>
    <p:sldLayoutId xmlns:r="http://schemas.openxmlformats.org/officeDocument/2006/relationships" id="2147483654" r:id="R834db970d7f94a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5c0b789b8b47d8" /><Relationship Type="http://schemas.openxmlformats.org/officeDocument/2006/relationships/notesSlide" Target="/ppt/notesSlides/notesSlide1.xml" Id="Rabb2247e2a3e46b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c49257e0604bb9" /><Relationship Type="http://schemas.openxmlformats.org/officeDocument/2006/relationships/notesSlide" Target="/ppt/notesSlides/notesSlide2.xml" Id="R486ec77d99ec4dc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e56e4f499f42d3" /><Relationship Type="http://schemas.openxmlformats.org/officeDocument/2006/relationships/notesSlide" Target="/ppt/notesSlides/notesSlide3.xml" Id="R945a1bcd605447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e3858c46f84671" /><Relationship Type="http://schemas.openxmlformats.org/officeDocument/2006/relationships/notesSlide" Target="/ppt/notesSlides/notesSlide4.xml" Id="R02fb1160a74c405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8284096ed549aa" /><Relationship Type="http://schemas.openxmlformats.org/officeDocument/2006/relationships/notesSlide" Target="/ppt/notesSlides/notesSlide5.xml" Id="Re3810493a7ee49b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f7e595612940ee" /><Relationship Type="http://schemas.openxmlformats.org/officeDocument/2006/relationships/notesSlide" Target="/ppt/notesSlides/notesSlide6.xml" Id="R48b2da4057cc4e0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141565f8e04c25" /><Relationship Type="http://schemas.openxmlformats.org/officeDocument/2006/relationships/notesSlide" Target="/ppt/notesSlides/notesSlide7.xml" Id="R6073633e857642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f92fcbe9444af6" /><Relationship Type="http://schemas.openxmlformats.org/officeDocument/2006/relationships/notesSlide" Target="/ppt/notesSlides/notesSlide8.xml" Id="R0010343dcb4e4ed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0545704e4d4b67" /><Relationship Type="http://schemas.openxmlformats.org/officeDocument/2006/relationships/notesSlide" Target="/ppt/notesSlides/notesSlide9.xml" Id="R48136b5f40294f2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d18063411a4644" /><Relationship Type="http://schemas.openxmlformats.org/officeDocument/2006/relationships/notesSlide" Target="/ppt/notesSlides/notesSlide10.xml" Id="Ra266158af5514d8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8081eaacde417b" /><Relationship Type="http://schemas.openxmlformats.org/officeDocument/2006/relationships/notesSlide" Target="/ppt/notesSlides/notesSlide11.xml" Id="R597a37436f1e4eb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30e023880b40b9" /><Relationship Type="http://schemas.openxmlformats.org/officeDocument/2006/relationships/notesSlide" Target="/ppt/notesSlides/notesSlide12.xml" Id="R83ab9a25e7f548d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50315de5f54363" /><Relationship Type="http://schemas.openxmlformats.org/officeDocument/2006/relationships/notesSlide" Target="/ppt/notesSlides/notesSlide13.xml" Id="Rf7ffa1ab367846e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d2b0b17a804965" /><Relationship Type="http://schemas.openxmlformats.org/officeDocument/2006/relationships/notesSlide" Target="/ppt/notesSlides/notesSlide14.xml" Id="Rc6cb63a84acf421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b5a2012ee54b2f" /><Relationship Type="http://schemas.openxmlformats.org/officeDocument/2006/relationships/notesSlide" Target="/ppt/notesSlides/notesSlide15.xml" Id="R44493ecf0e7548e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cad748db27485b" /><Relationship Type="http://schemas.openxmlformats.org/officeDocument/2006/relationships/notesSlide" Target="/ppt/notesSlides/notesSlide16.xml" Id="R3a4dd671c85246e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21c70cb1b141f4" /><Relationship Type="http://schemas.openxmlformats.org/officeDocument/2006/relationships/notesSlide" Target="/ppt/notesSlides/notesSlide17.xml" Id="Re47b72def521445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824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3EAE7E-114F-426D-8B49-5EA80CFFB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17335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125" b="1">
                <a:solidFill>
                  <a:srgbClr val="FFFFFF"/>
                </a:solidFill>
              </a:defRPr>
            </a:defPPr>
            <a:lvl1pPr algn="l">
              <a:defRPr sz="4125" b="1">
                <a:solidFill>
                  <a:srgbClr val="FFFFFF"/>
                </a:solidFill>
              </a:defRPr>
            </a:lvl1pPr>
            <a:lvl2pPr algn="l">
              <a:defRPr sz="4125" b="1">
                <a:solidFill>
                  <a:srgbClr val="FFFFFF"/>
                </a:solidFill>
              </a:defRPr>
            </a:lvl2pPr>
            <a:lvl3pPr algn="l">
              <a:defRPr sz="4125" b="1">
                <a:solidFill>
                  <a:srgbClr val="FFFFFF"/>
                </a:solidFill>
              </a:defRPr>
            </a:lvl3pPr>
            <a:lvl4pPr algn="l">
              <a:defRPr sz="4125" b="1">
                <a:solidFill>
                  <a:srgbClr val="FFFFFF"/>
                </a:solidFill>
              </a:defRPr>
            </a:lvl4pPr>
            <a:lvl5pPr algn="l">
              <a:defRPr sz="4125" b="1">
                <a:solidFill>
                  <a:srgbClr val="FFFFFF"/>
                </a:solidFill>
              </a:defRPr>
            </a:lvl5pPr>
            <a:lvl6pPr algn="l">
              <a:defRPr sz="4125" b="1">
                <a:solidFill>
                  <a:srgbClr val="FFFFFF"/>
                </a:solidFill>
              </a:defRPr>
            </a:lvl6pPr>
            <a:lvl7pPr algn="l">
              <a:defRPr sz="4125" b="1">
                <a:solidFill>
                  <a:srgbClr val="FFFFFF"/>
                </a:solidFill>
              </a:defRPr>
            </a:lvl7pPr>
            <a:lvl8pPr algn="l">
              <a:defRPr sz="4125" b="1">
                <a:solidFill>
                  <a:srgbClr val="FFFFFF"/>
                </a:solidFill>
              </a:defRPr>
            </a:lvl8pPr>
            <a:lvl9pPr algn="l">
              <a:defRPr sz="41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FFFFFF"/>
                </a:solidFill>
              </a:defRPr>
            </a:pPr>
            <a:r>
              <a:rPr sz="4125" b="1">
                <a:solidFill>
                  <a:srgbClr val="FFFFFF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4EF9CE-E4C1-4ED4-8962-8C8FEEDE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42925"/>
            <a:ext cx="15621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125" b="1">
                <a:solidFill>
                  <a:srgbClr val="8BA7FF"/>
                </a:solidFill>
              </a:defRPr>
            </a:defPPr>
            <a:lvl1pPr algn="l">
              <a:defRPr sz="4125" b="1">
                <a:solidFill>
                  <a:srgbClr val="8BA7FF"/>
                </a:solidFill>
              </a:defRPr>
            </a:lvl1pPr>
            <a:lvl2pPr algn="l">
              <a:defRPr sz="4125" b="1">
                <a:solidFill>
                  <a:srgbClr val="8BA7FF"/>
                </a:solidFill>
              </a:defRPr>
            </a:lvl2pPr>
            <a:lvl3pPr algn="l">
              <a:defRPr sz="4125" b="1">
                <a:solidFill>
                  <a:srgbClr val="8BA7FF"/>
                </a:solidFill>
              </a:defRPr>
            </a:lvl3pPr>
            <a:lvl4pPr algn="l">
              <a:defRPr sz="4125" b="1">
                <a:solidFill>
                  <a:srgbClr val="8BA7FF"/>
                </a:solidFill>
              </a:defRPr>
            </a:lvl4pPr>
            <a:lvl5pPr algn="l">
              <a:defRPr sz="4125" b="1">
                <a:solidFill>
                  <a:srgbClr val="8BA7FF"/>
                </a:solidFill>
              </a:defRPr>
            </a:lvl5pPr>
            <a:lvl6pPr algn="l">
              <a:defRPr sz="4125" b="1">
                <a:solidFill>
                  <a:srgbClr val="8BA7FF"/>
                </a:solidFill>
              </a:defRPr>
            </a:lvl6pPr>
            <a:lvl7pPr algn="l">
              <a:defRPr sz="4125" b="1">
                <a:solidFill>
                  <a:srgbClr val="8BA7FF"/>
                </a:solidFill>
              </a:defRPr>
            </a:lvl7pPr>
            <a:lvl8pPr algn="l">
              <a:defRPr sz="4125" b="1">
                <a:solidFill>
                  <a:srgbClr val="8BA7FF"/>
                </a:solidFill>
              </a:defRPr>
            </a:lvl8pPr>
            <a:lvl9pPr algn="l">
              <a:defRPr sz="4125" b="1">
                <a:solidFill>
                  <a:srgbClr val="8BA7FF"/>
                </a:solidFill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8BA7FF"/>
                </a:solidFill>
              </a:defRPr>
            </a:pPr>
            <a:r>
              <a:rPr sz="4125" b="1">
                <a:solidFill>
                  <a:srgbClr val="8BA7FF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395306-CB5C-4A11-9F23-8EAFC4A6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1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AA4186-AD78-4C34-A15F-3F060F53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7239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5250" b="1">
                <a:solidFill>
                  <a:srgbClr val="FFFFFF"/>
                </a:solidFill>
              </a:defRPr>
            </a:defPPr>
            <a:lvl1pPr algn="l">
              <a:defRPr sz="5250" b="1">
                <a:solidFill>
                  <a:srgbClr val="FFFFFF"/>
                </a:solidFill>
              </a:defRPr>
            </a:lvl1pPr>
            <a:lvl2pPr algn="l">
              <a:defRPr sz="5250" b="1">
                <a:solidFill>
                  <a:srgbClr val="FFFFFF"/>
                </a:solidFill>
              </a:defRPr>
            </a:lvl2pPr>
            <a:lvl3pPr algn="l">
              <a:defRPr sz="5250" b="1">
                <a:solidFill>
                  <a:srgbClr val="FFFFFF"/>
                </a:solidFill>
              </a:defRPr>
            </a:lvl3pPr>
            <a:lvl4pPr algn="l">
              <a:defRPr sz="5250" b="1">
                <a:solidFill>
                  <a:srgbClr val="FFFFFF"/>
                </a:solidFill>
              </a:defRPr>
            </a:lvl4pPr>
            <a:lvl5pPr algn="l">
              <a:defRPr sz="5250" b="1">
                <a:solidFill>
                  <a:srgbClr val="FFFFFF"/>
                </a:solidFill>
              </a:defRPr>
            </a:lvl5pPr>
            <a:lvl6pPr algn="l">
              <a:defRPr sz="5250" b="1">
                <a:solidFill>
                  <a:srgbClr val="FFFFFF"/>
                </a:solidFill>
              </a:defRPr>
            </a:lvl6pPr>
            <a:lvl7pPr algn="l">
              <a:defRPr sz="5250" b="1">
                <a:solidFill>
                  <a:srgbClr val="FFFFFF"/>
                </a:solidFill>
              </a:defRPr>
            </a:lvl7pPr>
            <a:lvl8pPr algn="l">
              <a:defRPr sz="5250" b="1">
                <a:solidFill>
                  <a:srgbClr val="FFFFFF"/>
                </a:solidFill>
              </a:defRPr>
            </a:lvl8pPr>
            <a:lvl9pPr algn="l">
              <a:defRPr sz="52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5250" b="1">
                <a:solidFill>
                  <a:srgbClr val="FFFFFF"/>
                </a:solidFill>
              </a:defRPr>
            </a:pPr>
            <a:r>
              <a:rPr sz="5250" b="1">
                <a:solidFill>
                  <a:srgbClr val="FFFFFF"/>
                </a:solidFill>
              </a:rPr>
              <a:t>DropCRM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6E9121-1A8E-40A6-84AD-545D5756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7762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0">
                <a:solidFill>
                  <a:srgbClr val="DBE3F3"/>
                </a:solidFill>
              </a:defRPr>
            </a:defPPr>
            <a:lvl1pPr algn="l">
              <a:defRPr sz="2325" b="0">
                <a:solidFill>
                  <a:srgbClr val="DBE3F3"/>
                </a:solidFill>
              </a:defRPr>
            </a:lvl1pPr>
            <a:lvl2pPr algn="l">
              <a:defRPr sz="2325" b="0">
                <a:solidFill>
                  <a:srgbClr val="DBE3F3"/>
                </a:solidFill>
              </a:defRPr>
            </a:lvl2pPr>
            <a:lvl3pPr algn="l">
              <a:defRPr sz="2325" b="0">
                <a:solidFill>
                  <a:srgbClr val="DBE3F3"/>
                </a:solidFill>
              </a:defRPr>
            </a:lvl3pPr>
            <a:lvl4pPr algn="l">
              <a:defRPr sz="2325" b="0">
                <a:solidFill>
                  <a:srgbClr val="DBE3F3"/>
                </a:solidFill>
              </a:defRPr>
            </a:lvl4pPr>
            <a:lvl5pPr algn="l">
              <a:defRPr sz="2325" b="0">
                <a:solidFill>
                  <a:srgbClr val="DBE3F3"/>
                </a:solidFill>
              </a:defRPr>
            </a:lvl5pPr>
            <a:lvl6pPr algn="l">
              <a:defRPr sz="2325" b="0">
                <a:solidFill>
                  <a:srgbClr val="DBE3F3"/>
                </a:solidFill>
              </a:defRPr>
            </a:lvl6pPr>
            <a:lvl7pPr algn="l">
              <a:defRPr sz="2325" b="0">
                <a:solidFill>
                  <a:srgbClr val="DBE3F3"/>
                </a:solidFill>
              </a:defRPr>
            </a:lvl7pPr>
            <a:lvl8pPr algn="l">
              <a:defRPr sz="2325" b="0">
                <a:solidFill>
                  <a:srgbClr val="DBE3F3"/>
                </a:solidFill>
              </a:defRPr>
            </a:lvl8pPr>
            <a:lvl9pPr algn="l">
              <a:defRPr sz="2325" b="0">
                <a:solidFill>
                  <a:srgbClr val="DBE3F3"/>
                </a:solidFill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DBE3F3"/>
                </a:solidFill>
              </a:defRPr>
            </a:pPr>
            <a:r>
              <a:rPr sz="2325" b="0">
                <a:solidFill>
                  <a:srgbClr val="DBE3F3"/>
                </a:solidFill>
              </a:rPr>
              <a:t>Интерактивный прототип сервиса для дропшипперов и поставщиков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B7EB20-B0F6-4851-91FD-659461FD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52925"/>
            <a:ext cx="1209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B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5E0283-19A2-402F-AD07-6F07291A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AFC2FF"/>
                </a:solidFill>
              </a:defRPr>
            </a:defPPr>
            <a:lvl1pPr algn="l">
              <a:defRPr sz="1875" b="1">
                <a:solidFill>
                  <a:srgbClr val="AFC2FF"/>
                </a:solidFill>
              </a:defRPr>
            </a:lvl1pPr>
            <a:lvl2pPr algn="l">
              <a:defRPr sz="1875" b="1">
                <a:solidFill>
                  <a:srgbClr val="AFC2FF"/>
                </a:solidFill>
              </a:defRPr>
            </a:lvl2pPr>
            <a:lvl3pPr algn="l">
              <a:defRPr sz="1875" b="1">
                <a:solidFill>
                  <a:srgbClr val="AFC2FF"/>
                </a:solidFill>
              </a:defRPr>
            </a:lvl3pPr>
            <a:lvl4pPr algn="l">
              <a:defRPr sz="1875" b="1">
                <a:solidFill>
                  <a:srgbClr val="AFC2FF"/>
                </a:solidFill>
              </a:defRPr>
            </a:lvl4pPr>
            <a:lvl5pPr algn="l">
              <a:defRPr sz="1875" b="1">
                <a:solidFill>
                  <a:srgbClr val="AFC2FF"/>
                </a:solidFill>
              </a:defRPr>
            </a:lvl5pPr>
            <a:lvl6pPr algn="l">
              <a:defRPr sz="1875" b="1">
                <a:solidFill>
                  <a:srgbClr val="AFC2FF"/>
                </a:solidFill>
              </a:defRPr>
            </a:lvl6pPr>
            <a:lvl7pPr algn="l">
              <a:defRPr sz="1875" b="1">
                <a:solidFill>
                  <a:srgbClr val="AFC2FF"/>
                </a:solidFill>
              </a:defRPr>
            </a:lvl7pPr>
            <a:lvl8pPr algn="l">
              <a:defRPr sz="1875" b="1">
                <a:solidFill>
                  <a:srgbClr val="AFC2FF"/>
                </a:solidFill>
              </a:defRPr>
            </a:lvl8pPr>
            <a:lvl9pPr algn="l">
              <a:defRPr sz="1875" b="1">
                <a:solidFill>
                  <a:srgbClr val="AFC2FF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AFC2FF"/>
                </a:solidFill>
              </a:defRPr>
            </a:pPr>
            <a:r>
              <a:rPr sz="1875" b="1">
                <a:solidFill>
                  <a:srgbClr val="AFC2FF"/>
                </a:solidFill>
              </a:rPr>
              <a:t>Каталог · наценка · заказ · исполнение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C0AC51-4128-4668-8EB5-82B2CF30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666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FFFFFF"/>
                </a:solidFill>
              </a:defRPr>
            </a:defPPr>
            <a:lvl1pPr algn="l">
              <a:defRPr sz="1425" b="0">
                <a:solidFill>
                  <a:srgbClr val="FFFFFF"/>
                </a:solidFill>
              </a:defRPr>
            </a:lvl1pPr>
            <a:lvl2pPr algn="l">
              <a:defRPr sz="1425" b="0">
                <a:solidFill>
                  <a:srgbClr val="FFFFFF"/>
                </a:solidFill>
              </a:defRPr>
            </a:lvl2pPr>
            <a:lvl3pPr algn="l">
              <a:defRPr sz="1425" b="0">
                <a:solidFill>
                  <a:srgbClr val="FFFFFF"/>
                </a:solidFill>
              </a:defRPr>
            </a:lvl3pPr>
            <a:lvl4pPr algn="l">
              <a:defRPr sz="1425" b="0">
                <a:solidFill>
                  <a:srgbClr val="FFFFFF"/>
                </a:solidFill>
              </a:defRPr>
            </a:lvl4pPr>
            <a:lvl5pPr algn="l">
              <a:defRPr sz="1425" b="0">
                <a:solidFill>
                  <a:srgbClr val="FFFFFF"/>
                </a:solidFill>
              </a:defRPr>
            </a:lvl5pPr>
            <a:lvl6pPr algn="l">
              <a:defRPr sz="1425" b="0">
                <a:solidFill>
                  <a:srgbClr val="FFFFFF"/>
                </a:solidFill>
              </a:defRPr>
            </a:lvl6pPr>
            <a:lvl7pPr algn="l">
              <a:defRPr sz="1425" b="0">
                <a:solidFill>
                  <a:srgbClr val="FFFFFF"/>
                </a:solidFill>
              </a:defRPr>
            </a:lvl7pPr>
            <a:lvl8pPr algn="l">
              <a:defRPr sz="1425" b="0">
                <a:solidFill>
                  <a:srgbClr val="FFFFFF"/>
                </a:solidFill>
              </a:defRPr>
            </a:lvl8pPr>
            <a:lvl9pPr algn="l">
              <a:defRPr sz="14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Олег Яковлев · Семён Казанцев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8AD0CD-FDB8-4296-8125-8277C3D0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000750"/>
            <a:ext cx="1123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425" b="0">
                <a:solidFill>
                  <a:srgbClr val="99A6BF"/>
                </a:solidFill>
              </a:defRPr>
            </a:defPPr>
            <a:lvl1pPr algn="r">
              <a:defRPr sz="1425" b="0">
                <a:solidFill>
                  <a:srgbClr val="99A6BF"/>
                </a:solidFill>
              </a:defRPr>
            </a:lvl1pPr>
            <a:lvl2pPr algn="r">
              <a:defRPr sz="1425" b="0">
                <a:solidFill>
                  <a:srgbClr val="99A6BF"/>
                </a:solidFill>
              </a:defRPr>
            </a:lvl2pPr>
            <a:lvl3pPr algn="r">
              <a:defRPr sz="1425" b="0">
                <a:solidFill>
                  <a:srgbClr val="99A6BF"/>
                </a:solidFill>
              </a:defRPr>
            </a:lvl3pPr>
            <a:lvl4pPr algn="r">
              <a:defRPr sz="1425" b="0">
                <a:solidFill>
                  <a:srgbClr val="99A6BF"/>
                </a:solidFill>
              </a:defRPr>
            </a:lvl4pPr>
            <a:lvl5pPr algn="r">
              <a:defRPr sz="1425" b="0">
                <a:solidFill>
                  <a:srgbClr val="99A6BF"/>
                </a:solidFill>
              </a:defRPr>
            </a:lvl5pPr>
            <a:lvl6pPr algn="r">
              <a:defRPr sz="1425" b="0">
                <a:solidFill>
                  <a:srgbClr val="99A6BF"/>
                </a:solidFill>
              </a:defRPr>
            </a:lvl6pPr>
            <a:lvl7pPr algn="r">
              <a:defRPr sz="1425" b="0">
                <a:solidFill>
                  <a:srgbClr val="99A6BF"/>
                </a:solidFill>
              </a:defRPr>
            </a:lvl7pPr>
            <a:lvl8pPr algn="r">
              <a:defRPr sz="1425" b="0">
                <a:solidFill>
                  <a:srgbClr val="99A6BF"/>
                </a:solidFill>
              </a:defRPr>
            </a:lvl8pPr>
            <a:lvl9pPr algn="r">
              <a:defRPr sz="1425" b="0">
                <a:solidFill>
                  <a:srgbClr val="99A6BF"/>
                </a:solidFill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99A6BF"/>
                </a:solidFill>
              </a:defRPr>
            </a:pPr>
            <a:r>
              <a:rPr sz="1425" b="0">
                <a:solidFill>
                  <a:srgbClr val="99A6BF"/>
                </a:solidFill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796184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41790A-687F-48D2-B4AF-A119EAE9A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72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18243C"/>
                </a:solidFill>
              </a:defRPr>
            </a:defPPr>
            <a:lvl1pPr algn="l">
              <a:defRPr sz="1875" b="1">
                <a:solidFill>
                  <a:srgbClr val="18243C"/>
                </a:solidFill>
              </a:defRPr>
            </a:lvl1pPr>
            <a:lvl2pPr algn="l">
              <a:defRPr sz="1875" b="1">
                <a:solidFill>
                  <a:srgbClr val="18243C"/>
                </a:solidFill>
              </a:defRPr>
            </a:lvl2pPr>
            <a:lvl3pPr algn="l">
              <a:defRPr sz="1875" b="1">
                <a:solidFill>
                  <a:srgbClr val="18243C"/>
                </a:solidFill>
              </a:defRPr>
            </a:lvl3pPr>
            <a:lvl4pPr algn="l">
              <a:defRPr sz="1875" b="1">
                <a:solidFill>
                  <a:srgbClr val="18243C"/>
                </a:solidFill>
              </a:defRPr>
            </a:lvl4pPr>
            <a:lvl5pPr algn="l">
              <a:defRPr sz="1875" b="1">
                <a:solidFill>
                  <a:srgbClr val="18243C"/>
                </a:solidFill>
              </a:defRPr>
            </a:lvl5pPr>
            <a:lvl6pPr algn="l">
              <a:defRPr sz="1875" b="1">
                <a:solidFill>
                  <a:srgbClr val="18243C"/>
                </a:solidFill>
              </a:defRPr>
            </a:lvl6pPr>
            <a:lvl7pPr algn="l">
              <a:defRPr sz="1875" b="1">
                <a:solidFill>
                  <a:srgbClr val="18243C"/>
                </a:solidFill>
              </a:defRPr>
            </a:lvl7pPr>
            <a:lvl8pPr algn="l">
              <a:defRPr sz="1875" b="1">
                <a:solidFill>
                  <a:srgbClr val="18243C"/>
                </a:solidFill>
              </a:defRPr>
            </a:lvl8pPr>
            <a:lvl9pPr algn="l">
              <a:defRPr sz="18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8243C"/>
                </a:solidFill>
              </a:defRPr>
            </a:pPr>
            <a:r>
              <a:rPr sz="1875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87E676-62F1-43BF-BC6A-D18EC5E1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85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285BEB"/>
                </a:solidFill>
              </a:defRPr>
            </a:defPPr>
            <a:lvl1pPr algn="l">
              <a:defRPr sz="1875" b="1">
                <a:solidFill>
                  <a:srgbClr val="285BEB"/>
                </a:solidFill>
              </a:defRPr>
            </a:lvl1pPr>
            <a:lvl2pPr algn="l">
              <a:defRPr sz="1875" b="1">
                <a:solidFill>
                  <a:srgbClr val="285BEB"/>
                </a:solidFill>
              </a:defRPr>
            </a:lvl2pPr>
            <a:lvl3pPr algn="l">
              <a:defRPr sz="1875" b="1">
                <a:solidFill>
                  <a:srgbClr val="285BEB"/>
                </a:solidFill>
              </a:defRPr>
            </a:lvl3pPr>
            <a:lvl4pPr algn="l">
              <a:defRPr sz="1875" b="1">
                <a:solidFill>
                  <a:srgbClr val="285BEB"/>
                </a:solidFill>
              </a:defRPr>
            </a:lvl4pPr>
            <a:lvl5pPr algn="l">
              <a:defRPr sz="1875" b="1">
                <a:solidFill>
                  <a:srgbClr val="285BEB"/>
                </a:solidFill>
              </a:defRPr>
            </a:lvl5pPr>
            <a:lvl6pPr algn="l">
              <a:defRPr sz="1875" b="1">
                <a:solidFill>
                  <a:srgbClr val="285BEB"/>
                </a:solidFill>
              </a:defRPr>
            </a:lvl6pPr>
            <a:lvl7pPr algn="l">
              <a:defRPr sz="1875" b="1">
                <a:solidFill>
                  <a:srgbClr val="285BEB"/>
                </a:solidFill>
              </a:defRPr>
            </a:lvl7pPr>
            <a:lvl8pPr algn="l">
              <a:defRPr sz="1875" b="1">
                <a:solidFill>
                  <a:srgbClr val="285BEB"/>
                </a:solidFill>
              </a:defRPr>
            </a:lvl8pPr>
            <a:lvl9pPr algn="l">
              <a:defRPr sz="18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85BEB"/>
                </a:solidFill>
              </a:defRPr>
            </a:pPr>
            <a:r>
              <a:rPr sz="1875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1BE05C-859B-4945-BC03-A6ADF959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BC897D-8443-4A71-B79D-B24BC0CE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6202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ПРОДУКТ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8E633B-59D8-4A10-B759-3CEDF727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858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8243C"/>
                </a:solidFill>
              </a:defRPr>
            </a:defPPr>
            <a:lvl1pPr algn="l">
              <a:defRPr sz="2850" b="1">
                <a:solidFill>
                  <a:srgbClr val="18243C"/>
                </a:solidFill>
              </a:defRPr>
            </a:lvl1pPr>
            <a:lvl2pPr algn="l">
              <a:defRPr sz="2850" b="1">
                <a:solidFill>
                  <a:srgbClr val="18243C"/>
                </a:solidFill>
              </a:defRPr>
            </a:lvl2pPr>
            <a:lvl3pPr algn="l">
              <a:defRPr sz="2850" b="1">
                <a:solidFill>
                  <a:srgbClr val="18243C"/>
                </a:solidFill>
              </a:defRPr>
            </a:lvl3pPr>
            <a:lvl4pPr algn="l">
              <a:defRPr sz="2850" b="1">
                <a:solidFill>
                  <a:srgbClr val="18243C"/>
                </a:solidFill>
              </a:defRPr>
            </a:lvl4pPr>
            <a:lvl5pPr algn="l">
              <a:defRPr sz="2850" b="1">
                <a:solidFill>
                  <a:srgbClr val="18243C"/>
                </a:solidFill>
              </a:defRPr>
            </a:lvl5pPr>
            <a:lvl6pPr algn="l">
              <a:defRPr sz="2850" b="1">
                <a:solidFill>
                  <a:srgbClr val="18243C"/>
                </a:solidFill>
              </a:defRPr>
            </a:lvl6pPr>
            <a:lvl7pPr algn="l">
              <a:defRPr sz="2850" b="1">
                <a:solidFill>
                  <a:srgbClr val="18243C"/>
                </a:solidFill>
              </a:defRPr>
            </a:lvl7pPr>
            <a:lvl8pPr algn="l">
              <a:defRPr sz="2850" b="1">
                <a:solidFill>
                  <a:srgbClr val="18243C"/>
                </a:solidFill>
              </a:defRPr>
            </a:lvl8pPr>
            <a:lvl9pPr algn="l"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Что такое DropCRM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148D3A-9755-4038-9371-11AE9F148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48E027-E7D7-4562-B19A-394F8E514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0">
                <a:solidFill>
                  <a:srgbClr val="738096"/>
                </a:solidFill>
              </a:defRPr>
            </a:defPPr>
            <a:lvl1pPr algn="r">
              <a:defRPr sz="1050" b="0">
                <a:solidFill>
                  <a:srgbClr val="738096"/>
                </a:solidFill>
              </a:defRPr>
            </a:lvl1pPr>
            <a:lvl2pPr algn="r">
              <a:defRPr sz="1050" b="0">
                <a:solidFill>
                  <a:srgbClr val="738096"/>
                </a:solidFill>
              </a:defRPr>
            </a:lvl2pPr>
            <a:lvl3pPr algn="r">
              <a:defRPr sz="1050" b="0">
                <a:solidFill>
                  <a:srgbClr val="738096"/>
                </a:solidFill>
              </a:defRPr>
            </a:lvl3pPr>
            <a:lvl4pPr algn="r">
              <a:defRPr sz="1050" b="0">
                <a:solidFill>
                  <a:srgbClr val="738096"/>
                </a:solidFill>
              </a:defRPr>
            </a:lvl4pPr>
            <a:lvl5pPr algn="r">
              <a:defRPr sz="1050" b="0">
                <a:solidFill>
                  <a:srgbClr val="738096"/>
                </a:solidFill>
              </a:defRPr>
            </a:lvl5pPr>
            <a:lvl6pPr algn="r">
              <a:defRPr sz="1050" b="0">
                <a:solidFill>
                  <a:srgbClr val="738096"/>
                </a:solidFill>
              </a:defRPr>
            </a:lvl6pPr>
            <a:lvl7pPr algn="r">
              <a:defRPr sz="1050" b="0">
                <a:solidFill>
                  <a:srgbClr val="738096"/>
                </a:solidFill>
              </a:defRPr>
            </a:lvl7pPr>
            <a:lvl8pPr algn="r">
              <a:defRPr sz="1050" b="0">
                <a:solidFill>
                  <a:srgbClr val="738096"/>
                </a:solidFill>
              </a:defRPr>
            </a:lvl8pPr>
            <a:lvl9pPr algn="r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C304CB-D139-40B4-9FFE-CA2FC501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533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00" b="1">
                <a:solidFill>
                  <a:srgbClr val="285BEB"/>
                </a:solidFill>
              </a:defRPr>
            </a:defPPr>
            <a:lvl1pPr algn="l">
              <a:defRPr sz="2400" b="1">
                <a:solidFill>
                  <a:srgbClr val="285BEB"/>
                </a:solidFill>
              </a:defRPr>
            </a:lvl1pPr>
            <a:lvl2pPr algn="l">
              <a:defRPr sz="2400" b="1">
                <a:solidFill>
                  <a:srgbClr val="285BEB"/>
                </a:solidFill>
              </a:defRPr>
            </a:lvl2pPr>
            <a:lvl3pPr algn="l">
              <a:defRPr sz="2400" b="1">
                <a:solidFill>
                  <a:srgbClr val="285BEB"/>
                </a:solidFill>
              </a:defRPr>
            </a:lvl3pPr>
            <a:lvl4pPr algn="l">
              <a:defRPr sz="2400" b="1">
                <a:solidFill>
                  <a:srgbClr val="285BEB"/>
                </a:solidFill>
              </a:defRPr>
            </a:lvl4pPr>
            <a:lvl5pPr algn="l">
              <a:defRPr sz="2400" b="1">
                <a:solidFill>
                  <a:srgbClr val="285BEB"/>
                </a:solidFill>
              </a:defRPr>
            </a:lvl5pPr>
            <a:lvl6pPr algn="l">
              <a:defRPr sz="2400" b="1">
                <a:solidFill>
                  <a:srgbClr val="285BEB"/>
                </a:solidFill>
              </a:defRPr>
            </a:lvl6pPr>
            <a:lvl7pPr algn="l">
              <a:defRPr sz="2400" b="1">
                <a:solidFill>
                  <a:srgbClr val="285BEB"/>
                </a:solidFill>
              </a:defRPr>
            </a:lvl7pPr>
            <a:lvl8pPr algn="l">
              <a:defRPr sz="2400" b="1">
                <a:solidFill>
                  <a:srgbClr val="285BEB"/>
                </a:solidFill>
              </a:defRPr>
            </a:lvl8pPr>
            <a:lvl9pPr algn="l">
              <a:defRPr sz="240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285BEB"/>
                </a:solidFill>
              </a:defRPr>
            </a:pPr>
            <a:r>
              <a:rPr sz="2400" b="1">
                <a:solidFill>
                  <a:srgbClr val="285BEB"/>
                </a:solidFill>
              </a:rPr>
              <a:t>Единое рабочее пространство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48CF41-CAF7-4456-993F-EC9D26B7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28950"/>
            <a:ext cx="5143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18243C"/>
                </a:solidFill>
              </a:defRPr>
            </a:defPPr>
            <a:lvl1pPr algn="l">
              <a:defRPr sz="1875" b="0">
                <a:solidFill>
                  <a:srgbClr val="18243C"/>
                </a:solidFill>
              </a:defRPr>
            </a:lvl1pPr>
            <a:lvl2pPr algn="l">
              <a:defRPr sz="1875" b="0">
                <a:solidFill>
                  <a:srgbClr val="18243C"/>
                </a:solidFill>
              </a:defRPr>
            </a:lvl2pPr>
            <a:lvl3pPr algn="l">
              <a:defRPr sz="1875" b="0">
                <a:solidFill>
                  <a:srgbClr val="18243C"/>
                </a:solidFill>
              </a:defRPr>
            </a:lvl3pPr>
            <a:lvl4pPr algn="l">
              <a:defRPr sz="1875" b="0">
                <a:solidFill>
                  <a:srgbClr val="18243C"/>
                </a:solidFill>
              </a:defRPr>
            </a:lvl4pPr>
            <a:lvl5pPr algn="l">
              <a:defRPr sz="1875" b="0">
                <a:solidFill>
                  <a:srgbClr val="18243C"/>
                </a:solidFill>
              </a:defRPr>
            </a:lvl5pPr>
            <a:lvl6pPr algn="l">
              <a:defRPr sz="1875" b="0">
                <a:solidFill>
                  <a:srgbClr val="18243C"/>
                </a:solidFill>
              </a:defRPr>
            </a:lvl6pPr>
            <a:lvl7pPr algn="l">
              <a:defRPr sz="1875" b="0">
                <a:solidFill>
                  <a:srgbClr val="18243C"/>
                </a:solidFill>
              </a:defRPr>
            </a:lvl7pPr>
            <a:lvl8pPr algn="l">
              <a:defRPr sz="1875" b="0">
                <a:solidFill>
                  <a:srgbClr val="18243C"/>
                </a:solidFill>
              </a:defRPr>
            </a:lvl8pPr>
            <a:lvl9pPr algn="l">
              <a:defRPr sz="187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8243C"/>
                </a:solidFill>
              </a:defRPr>
            </a:pPr>
            <a:r>
              <a:rPr sz="1875" b="0">
                <a:solidFill>
                  <a:srgbClr val="18243C"/>
                </a:solidFill>
              </a:rPr>
              <a:t>Поставщик размещает предложения. Дропшиппер выбирает товар, задаёт свою наценку и передаёт заказ. Обе стороны видят, что происходит дальше.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9D82A4-CB4A-47EE-A65B-0E188B32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1905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68556B-9318-47B8-A247-47D5FC87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286000"/>
            <a:ext cx="430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738096"/>
                </a:solidFill>
              </a:defRPr>
            </a:defPPr>
            <a:lvl1pPr algn="l">
              <a:defRPr sz="1725" b="1">
                <a:solidFill>
                  <a:srgbClr val="738096"/>
                </a:solidFill>
              </a:defRPr>
            </a:lvl1pPr>
            <a:lvl2pPr algn="l">
              <a:defRPr sz="1725" b="1">
                <a:solidFill>
                  <a:srgbClr val="738096"/>
                </a:solidFill>
              </a:defRPr>
            </a:lvl2pPr>
            <a:lvl3pPr algn="l">
              <a:defRPr sz="1725" b="1">
                <a:solidFill>
                  <a:srgbClr val="738096"/>
                </a:solidFill>
              </a:defRPr>
            </a:lvl3pPr>
            <a:lvl4pPr algn="l">
              <a:defRPr sz="1725" b="1">
                <a:solidFill>
                  <a:srgbClr val="738096"/>
                </a:solidFill>
              </a:defRPr>
            </a:lvl4pPr>
            <a:lvl5pPr algn="l">
              <a:defRPr sz="1725" b="1">
                <a:solidFill>
                  <a:srgbClr val="738096"/>
                </a:solidFill>
              </a:defRPr>
            </a:lvl5pPr>
            <a:lvl6pPr algn="l">
              <a:defRPr sz="1725" b="1">
                <a:solidFill>
                  <a:srgbClr val="738096"/>
                </a:solidFill>
              </a:defRPr>
            </a:lvl6pPr>
            <a:lvl7pPr algn="l">
              <a:defRPr sz="1725" b="1">
                <a:solidFill>
                  <a:srgbClr val="738096"/>
                </a:solidFill>
              </a:defRPr>
            </a:lvl7pPr>
            <a:lvl8pPr algn="l">
              <a:defRPr sz="1725" b="1">
                <a:solidFill>
                  <a:srgbClr val="738096"/>
                </a:solidFill>
              </a:defRPr>
            </a:lvl8pPr>
            <a:lvl9pPr algn="l">
              <a:defRPr sz="1725" b="1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738096"/>
                </a:solidFill>
              </a:defRPr>
            </a:pPr>
            <a:r>
              <a:rPr sz="1725" b="1">
                <a:solidFill>
                  <a:srgbClr val="738096"/>
                </a:solidFill>
              </a:rPr>
              <a:t>Главная идея прототипа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DD040F-A7FF-4452-8C7A-44EB855C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886075"/>
            <a:ext cx="4191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18243C"/>
                </a:solidFill>
              </a:defRPr>
            </a:defPPr>
            <a:lvl1pPr algn="l">
              <a:defRPr sz="2175" b="1">
                <a:solidFill>
                  <a:srgbClr val="18243C"/>
                </a:solidFill>
              </a:defRPr>
            </a:lvl1pPr>
            <a:lvl2pPr algn="l">
              <a:defRPr sz="2175" b="1">
                <a:solidFill>
                  <a:srgbClr val="18243C"/>
                </a:solidFill>
              </a:defRPr>
            </a:lvl2pPr>
            <a:lvl3pPr algn="l">
              <a:defRPr sz="2175" b="1">
                <a:solidFill>
                  <a:srgbClr val="18243C"/>
                </a:solidFill>
              </a:defRPr>
            </a:lvl3pPr>
            <a:lvl4pPr algn="l">
              <a:defRPr sz="2175" b="1">
                <a:solidFill>
                  <a:srgbClr val="18243C"/>
                </a:solidFill>
              </a:defRPr>
            </a:lvl4pPr>
            <a:lvl5pPr algn="l">
              <a:defRPr sz="2175" b="1">
                <a:solidFill>
                  <a:srgbClr val="18243C"/>
                </a:solidFill>
              </a:defRPr>
            </a:lvl5pPr>
            <a:lvl6pPr algn="l">
              <a:defRPr sz="2175" b="1">
                <a:solidFill>
                  <a:srgbClr val="18243C"/>
                </a:solidFill>
              </a:defRPr>
            </a:lvl6pPr>
            <a:lvl7pPr algn="l">
              <a:defRPr sz="2175" b="1">
                <a:solidFill>
                  <a:srgbClr val="18243C"/>
                </a:solidFill>
              </a:defRPr>
            </a:lvl7pPr>
            <a:lvl8pPr algn="l">
              <a:defRPr sz="2175" b="1">
                <a:solidFill>
                  <a:srgbClr val="18243C"/>
                </a:solidFill>
              </a:defRPr>
            </a:lvl8pPr>
            <a:lvl9pPr algn="l">
              <a:defRPr sz="21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8243C"/>
                </a:solidFill>
              </a:defRPr>
            </a:pPr>
            <a:r>
              <a:rPr sz="2175" b="1">
                <a:solidFill>
                  <a:srgbClr val="18243C"/>
                </a:solidFill>
              </a:rPr>
              <a:t>Один заказ связывает действия трёх ролей: от выбора товара до подтверждения, оплаты и отправления.</a:t>
            </a:r>
          </a:p>
        </p:txBody>
      </p:sp>
    </p:spTree>
    <p:extLst>
      <p:ext uri="{BB962C8B-B14F-4D97-AF65-F5344CB8AC3E}">
        <p14:creationId xmlns:p14="http://schemas.microsoft.com/office/powerpoint/2010/main" val="20285134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DA0DFB-2994-4F5F-95BE-D16A37BE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72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18243C"/>
                </a:solidFill>
              </a:defRPr>
            </a:defPPr>
            <a:lvl1pPr algn="l">
              <a:defRPr sz="1875" b="1">
                <a:solidFill>
                  <a:srgbClr val="18243C"/>
                </a:solidFill>
              </a:defRPr>
            </a:lvl1pPr>
            <a:lvl2pPr algn="l">
              <a:defRPr sz="1875" b="1">
                <a:solidFill>
                  <a:srgbClr val="18243C"/>
                </a:solidFill>
              </a:defRPr>
            </a:lvl2pPr>
            <a:lvl3pPr algn="l">
              <a:defRPr sz="1875" b="1">
                <a:solidFill>
                  <a:srgbClr val="18243C"/>
                </a:solidFill>
              </a:defRPr>
            </a:lvl3pPr>
            <a:lvl4pPr algn="l">
              <a:defRPr sz="1875" b="1">
                <a:solidFill>
                  <a:srgbClr val="18243C"/>
                </a:solidFill>
              </a:defRPr>
            </a:lvl4pPr>
            <a:lvl5pPr algn="l">
              <a:defRPr sz="1875" b="1">
                <a:solidFill>
                  <a:srgbClr val="18243C"/>
                </a:solidFill>
              </a:defRPr>
            </a:lvl5pPr>
            <a:lvl6pPr algn="l">
              <a:defRPr sz="1875" b="1">
                <a:solidFill>
                  <a:srgbClr val="18243C"/>
                </a:solidFill>
              </a:defRPr>
            </a:lvl6pPr>
            <a:lvl7pPr algn="l">
              <a:defRPr sz="1875" b="1">
                <a:solidFill>
                  <a:srgbClr val="18243C"/>
                </a:solidFill>
              </a:defRPr>
            </a:lvl7pPr>
            <a:lvl8pPr algn="l">
              <a:defRPr sz="1875" b="1">
                <a:solidFill>
                  <a:srgbClr val="18243C"/>
                </a:solidFill>
              </a:defRPr>
            </a:lvl8pPr>
            <a:lvl9pPr algn="l">
              <a:defRPr sz="18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8243C"/>
                </a:solidFill>
              </a:defRPr>
            </a:pPr>
            <a:r>
              <a:rPr sz="1875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FFCAA3-18A7-4F01-BCA7-9FD6DFAB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85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285BEB"/>
                </a:solidFill>
              </a:defRPr>
            </a:defPPr>
            <a:lvl1pPr algn="l">
              <a:defRPr sz="1875" b="1">
                <a:solidFill>
                  <a:srgbClr val="285BEB"/>
                </a:solidFill>
              </a:defRPr>
            </a:lvl1pPr>
            <a:lvl2pPr algn="l">
              <a:defRPr sz="1875" b="1">
                <a:solidFill>
                  <a:srgbClr val="285BEB"/>
                </a:solidFill>
              </a:defRPr>
            </a:lvl2pPr>
            <a:lvl3pPr algn="l">
              <a:defRPr sz="1875" b="1">
                <a:solidFill>
                  <a:srgbClr val="285BEB"/>
                </a:solidFill>
              </a:defRPr>
            </a:lvl3pPr>
            <a:lvl4pPr algn="l">
              <a:defRPr sz="1875" b="1">
                <a:solidFill>
                  <a:srgbClr val="285BEB"/>
                </a:solidFill>
              </a:defRPr>
            </a:lvl4pPr>
            <a:lvl5pPr algn="l">
              <a:defRPr sz="1875" b="1">
                <a:solidFill>
                  <a:srgbClr val="285BEB"/>
                </a:solidFill>
              </a:defRPr>
            </a:lvl5pPr>
            <a:lvl6pPr algn="l">
              <a:defRPr sz="1875" b="1">
                <a:solidFill>
                  <a:srgbClr val="285BEB"/>
                </a:solidFill>
              </a:defRPr>
            </a:lvl6pPr>
            <a:lvl7pPr algn="l">
              <a:defRPr sz="1875" b="1">
                <a:solidFill>
                  <a:srgbClr val="285BEB"/>
                </a:solidFill>
              </a:defRPr>
            </a:lvl7pPr>
            <a:lvl8pPr algn="l">
              <a:defRPr sz="1875" b="1">
                <a:solidFill>
                  <a:srgbClr val="285BEB"/>
                </a:solidFill>
              </a:defRPr>
            </a:lvl8pPr>
            <a:lvl9pPr algn="l">
              <a:defRPr sz="18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85BEB"/>
                </a:solidFill>
              </a:defRPr>
            </a:pPr>
            <a:r>
              <a:rPr sz="1875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8CC642-0C4E-4CDA-998B-45169E81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FAE31C-E732-4C04-99EB-1AFAA1FEE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6202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ПРОДУКТ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21D5FD-E160-47EF-9981-257BCE6C6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858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8243C"/>
                </a:solidFill>
              </a:defRPr>
            </a:defPPr>
            <a:lvl1pPr algn="l">
              <a:defRPr sz="2850" b="1">
                <a:solidFill>
                  <a:srgbClr val="18243C"/>
                </a:solidFill>
              </a:defRPr>
            </a:lvl1pPr>
            <a:lvl2pPr algn="l">
              <a:defRPr sz="2850" b="1">
                <a:solidFill>
                  <a:srgbClr val="18243C"/>
                </a:solidFill>
              </a:defRPr>
            </a:lvl2pPr>
            <a:lvl3pPr algn="l">
              <a:defRPr sz="2850" b="1">
                <a:solidFill>
                  <a:srgbClr val="18243C"/>
                </a:solidFill>
              </a:defRPr>
            </a:lvl3pPr>
            <a:lvl4pPr algn="l">
              <a:defRPr sz="2850" b="1">
                <a:solidFill>
                  <a:srgbClr val="18243C"/>
                </a:solidFill>
              </a:defRPr>
            </a:lvl4pPr>
            <a:lvl5pPr algn="l">
              <a:defRPr sz="2850" b="1">
                <a:solidFill>
                  <a:srgbClr val="18243C"/>
                </a:solidFill>
              </a:defRPr>
            </a:lvl5pPr>
            <a:lvl6pPr algn="l">
              <a:defRPr sz="2850" b="1">
                <a:solidFill>
                  <a:srgbClr val="18243C"/>
                </a:solidFill>
              </a:defRPr>
            </a:lvl6pPr>
            <a:lvl7pPr algn="l">
              <a:defRPr sz="2850" b="1">
                <a:solidFill>
                  <a:srgbClr val="18243C"/>
                </a:solidFill>
              </a:defRPr>
            </a:lvl7pPr>
            <a:lvl8pPr algn="l">
              <a:defRPr sz="2850" b="1">
                <a:solidFill>
                  <a:srgbClr val="18243C"/>
                </a:solidFill>
              </a:defRPr>
            </a:lvl8pPr>
            <a:lvl9pPr algn="l"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Три роли в одном процессе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FE5719-6D3A-483B-9E62-BB0151118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F47132-6916-4A9F-9DBA-3728676FB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0">
                <a:solidFill>
                  <a:srgbClr val="738096"/>
                </a:solidFill>
              </a:defRPr>
            </a:defPPr>
            <a:lvl1pPr algn="r">
              <a:defRPr sz="1050" b="0">
                <a:solidFill>
                  <a:srgbClr val="738096"/>
                </a:solidFill>
              </a:defRPr>
            </a:lvl1pPr>
            <a:lvl2pPr algn="r">
              <a:defRPr sz="1050" b="0">
                <a:solidFill>
                  <a:srgbClr val="738096"/>
                </a:solidFill>
              </a:defRPr>
            </a:lvl2pPr>
            <a:lvl3pPr algn="r">
              <a:defRPr sz="1050" b="0">
                <a:solidFill>
                  <a:srgbClr val="738096"/>
                </a:solidFill>
              </a:defRPr>
            </a:lvl3pPr>
            <a:lvl4pPr algn="r">
              <a:defRPr sz="1050" b="0">
                <a:solidFill>
                  <a:srgbClr val="738096"/>
                </a:solidFill>
              </a:defRPr>
            </a:lvl4pPr>
            <a:lvl5pPr algn="r">
              <a:defRPr sz="1050" b="0">
                <a:solidFill>
                  <a:srgbClr val="738096"/>
                </a:solidFill>
              </a:defRPr>
            </a:lvl5pPr>
            <a:lvl6pPr algn="r">
              <a:defRPr sz="1050" b="0">
                <a:solidFill>
                  <a:srgbClr val="738096"/>
                </a:solidFill>
              </a:defRPr>
            </a:lvl6pPr>
            <a:lvl7pPr algn="r">
              <a:defRPr sz="1050" b="0">
                <a:solidFill>
                  <a:srgbClr val="738096"/>
                </a:solidFill>
              </a:defRPr>
            </a:lvl7pPr>
            <a:lvl8pPr algn="r">
              <a:defRPr sz="1050" b="0">
                <a:solidFill>
                  <a:srgbClr val="738096"/>
                </a:solidFill>
              </a:defRPr>
            </a:lvl8pPr>
            <a:lvl9pPr algn="r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969B51-2962-49D1-AED8-94F19BC72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685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285BEB"/>
                </a:solidFill>
              </a:defRPr>
            </a:defPPr>
            <a:lvl1pPr algn="l">
              <a:defRPr sz="2100" b="1">
                <a:solidFill>
                  <a:srgbClr val="285BEB"/>
                </a:solidFill>
              </a:defRPr>
            </a:lvl1pPr>
            <a:lvl2pPr algn="l">
              <a:defRPr sz="2100" b="1">
                <a:solidFill>
                  <a:srgbClr val="285BEB"/>
                </a:solidFill>
              </a:defRPr>
            </a:lvl2pPr>
            <a:lvl3pPr algn="l">
              <a:defRPr sz="2100" b="1">
                <a:solidFill>
                  <a:srgbClr val="285BEB"/>
                </a:solidFill>
              </a:defRPr>
            </a:lvl3pPr>
            <a:lvl4pPr algn="l">
              <a:defRPr sz="2100" b="1">
                <a:solidFill>
                  <a:srgbClr val="285BEB"/>
                </a:solidFill>
              </a:defRPr>
            </a:lvl4pPr>
            <a:lvl5pPr algn="l">
              <a:defRPr sz="2100" b="1">
                <a:solidFill>
                  <a:srgbClr val="285BEB"/>
                </a:solidFill>
              </a:defRPr>
            </a:lvl5pPr>
            <a:lvl6pPr algn="l">
              <a:defRPr sz="2100" b="1">
                <a:solidFill>
                  <a:srgbClr val="285BEB"/>
                </a:solidFill>
              </a:defRPr>
            </a:lvl6pPr>
            <a:lvl7pPr algn="l">
              <a:defRPr sz="2100" b="1">
                <a:solidFill>
                  <a:srgbClr val="285BEB"/>
                </a:solidFill>
              </a:defRPr>
            </a:lvl7pPr>
            <a:lvl8pPr algn="l">
              <a:defRPr sz="2100" b="1">
                <a:solidFill>
                  <a:srgbClr val="285BEB"/>
                </a:solidFill>
              </a:defRPr>
            </a:lvl8pPr>
            <a:lvl9pPr algn="l">
              <a:defRPr sz="210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85BEB"/>
                </a:solidFill>
              </a:defRPr>
            </a:pPr>
            <a:r>
              <a:rPr sz="2100" b="1">
                <a:solidFill>
                  <a:srgbClr val="285BEB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DE8148-E5D1-4ECF-84E7-FB12FA95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3105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B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DBA4F0-9E9A-4107-8B4B-72A3EB3EC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3238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18243C"/>
                </a:solidFill>
              </a:defRPr>
            </a:defPPr>
            <a:lvl1pPr algn="l">
              <a:defRPr sz="2175" b="1">
                <a:solidFill>
                  <a:srgbClr val="18243C"/>
                </a:solidFill>
              </a:defRPr>
            </a:lvl1pPr>
            <a:lvl2pPr algn="l">
              <a:defRPr sz="2175" b="1">
                <a:solidFill>
                  <a:srgbClr val="18243C"/>
                </a:solidFill>
              </a:defRPr>
            </a:lvl2pPr>
            <a:lvl3pPr algn="l">
              <a:defRPr sz="2175" b="1">
                <a:solidFill>
                  <a:srgbClr val="18243C"/>
                </a:solidFill>
              </a:defRPr>
            </a:lvl3pPr>
            <a:lvl4pPr algn="l">
              <a:defRPr sz="2175" b="1">
                <a:solidFill>
                  <a:srgbClr val="18243C"/>
                </a:solidFill>
              </a:defRPr>
            </a:lvl4pPr>
            <a:lvl5pPr algn="l">
              <a:defRPr sz="2175" b="1">
                <a:solidFill>
                  <a:srgbClr val="18243C"/>
                </a:solidFill>
              </a:defRPr>
            </a:lvl5pPr>
            <a:lvl6pPr algn="l">
              <a:defRPr sz="2175" b="1">
                <a:solidFill>
                  <a:srgbClr val="18243C"/>
                </a:solidFill>
              </a:defRPr>
            </a:lvl6pPr>
            <a:lvl7pPr algn="l">
              <a:defRPr sz="2175" b="1">
                <a:solidFill>
                  <a:srgbClr val="18243C"/>
                </a:solidFill>
              </a:defRPr>
            </a:lvl7pPr>
            <a:lvl8pPr algn="l">
              <a:defRPr sz="2175" b="1">
                <a:solidFill>
                  <a:srgbClr val="18243C"/>
                </a:solidFill>
              </a:defRPr>
            </a:lvl8pPr>
            <a:lvl9pPr algn="l">
              <a:defRPr sz="21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8243C"/>
                </a:solidFill>
              </a:defRPr>
            </a:pPr>
            <a:r>
              <a:rPr sz="2175" b="1">
                <a:solidFill>
                  <a:srgbClr val="18243C"/>
                </a:solidFill>
              </a:rPr>
              <a:t>Дропшиппер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EF0E3B-6236-4833-AA6F-A6633C77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32575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18243C"/>
                </a:solidFill>
              </a:defRPr>
            </a:defPPr>
            <a:lvl1pPr algn="l">
              <a:defRPr sz="1650" b="0">
                <a:solidFill>
                  <a:srgbClr val="18243C"/>
                </a:solidFill>
              </a:defRPr>
            </a:lvl1pPr>
            <a:lvl2pPr algn="l">
              <a:defRPr sz="1650" b="0">
                <a:solidFill>
                  <a:srgbClr val="18243C"/>
                </a:solidFill>
              </a:defRPr>
            </a:lvl2pPr>
            <a:lvl3pPr algn="l">
              <a:defRPr sz="1650" b="0">
                <a:solidFill>
                  <a:srgbClr val="18243C"/>
                </a:solidFill>
              </a:defRPr>
            </a:lvl3pPr>
            <a:lvl4pPr algn="l">
              <a:defRPr sz="1650" b="0">
                <a:solidFill>
                  <a:srgbClr val="18243C"/>
                </a:solidFill>
              </a:defRPr>
            </a:lvl4pPr>
            <a:lvl5pPr algn="l">
              <a:defRPr sz="1650" b="0">
                <a:solidFill>
                  <a:srgbClr val="18243C"/>
                </a:solidFill>
              </a:defRPr>
            </a:lvl5pPr>
            <a:lvl6pPr algn="l">
              <a:defRPr sz="1650" b="0">
                <a:solidFill>
                  <a:srgbClr val="18243C"/>
                </a:solidFill>
              </a:defRPr>
            </a:lvl6pPr>
            <a:lvl7pPr algn="l">
              <a:defRPr sz="1650" b="0">
                <a:solidFill>
                  <a:srgbClr val="18243C"/>
                </a:solidFill>
              </a:defRPr>
            </a:lvl7pPr>
            <a:lvl8pPr algn="l">
              <a:defRPr sz="1650" b="0">
                <a:solidFill>
                  <a:srgbClr val="18243C"/>
                </a:solidFill>
              </a:defRPr>
            </a:lvl8pPr>
            <a:lvl9pPr algn="l">
              <a:defRPr sz="1650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8243C"/>
                </a:solidFill>
              </a:defRPr>
            </a:pPr>
            <a:r>
              <a:rPr sz="1650" b="0">
                <a:solidFill>
                  <a:srgbClr val="18243C"/>
                </a:solidFill>
              </a:rPr>
              <a:t>Ищет предложение, формирует розничную цену, оформляет и отслеживает заказ.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7EB6EF-C637-49D4-ADE0-F563A5AE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305050"/>
            <a:ext cx="685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285BEB"/>
                </a:solidFill>
              </a:defRPr>
            </a:defPPr>
            <a:lvl1pPr algn="l">
              <a:defRPr sz="2100" b="1">
                <a:solidFill>
                  <a:srgbClr val="285BEB"/>
                </a:solidFill>
              </a:defRPr>
            </a:lvl1pPr>
            <a:lvl2pPr algn="l">
              <a:defRPr sz="2100" b="1">
                <a:solidFill>
                  <a:srgbClr val="285BEB"/>
                </a:solidFill>
              </a:defRPr>
            </a:lvl2pPr>
            <a:lvl3pPr algn="l">
              <a:defRPr sz="2100" b="1">
                <a:solidFill>
                  <a:srgbClr val="285BEB"/>
                </a:solidFill>
              </a:defRPr>
            </a:lvl3pPr>
            <a:lvl4pPr algn="l">
              <a:defRPr sz="2100" b="1">
                <a:solidFill>
                  <a:srgbClr val="285BEB"/>
                </a:solidFill>
              </a:defRPr>
            </a:lvl4pPr>
            <a:lvl5pPr algn="l">
              <a:defRPr sz="2100" b="1">
                <a:solidFill>
                  <a:srgbClr val="285BEB"/>
                </a:solidFill>
              </a:defRPr>
            </a:lvl5pPr>
            <a:lvl6pPr algn="l">
              <a:defRPr sz="2100" b="1">
                <a:solidFill>
                  <a:srgbClr val="285BEB"/>
                </a:solidFill>
              </a:defRPr>
            </a:lvl6pPr>
            <a:lvl7pPr algn="l">
              <a:defRPr sz="2100" b="1">
                <a:solidFill>
                  <a:srgbClr val="285BEB"/>
                </a:solidFill>
              </a:defRPr>
            </a:lvl7pPr>
            <a:lvl8pPr algn="l">
              <a:defRPr sz="2100" b="1">
                <a:solidFill>
                  <a:srgbClr val="285BEB"/>
                </a:solidFill>
              </a:defRPr>
            </a:lvl8pPr>
            <a:lvl9pPr algn="l">
              <a:defRPr sz="210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85BEB"/>
                </a:solidFill>
              </a:defRPr>
            </a:pPr>
            <a:r>
              <a:rPr sz="2100" b="1">
                <a:solidFill>
                  <a:srgbClr val="285BEB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C0FE1B-3919-44BA-8185-7FBB8C54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76550"/>
            <a:ext cx="3105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B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03442A-409C-430C-A280-DE2295C1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05150"/>
            <a:ext cx="3238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18243C"/>
                </a:solidFill>
              </a:defRPr>
            </a:defPPr>
            <a:lvl1pPr algn="l">
              <a:defRPr sz="2175" b="1">
                <a:solidFill>
                  <a:srgbClr val="18243C"/>
                </a:solidFill>
              </a:defRPr>
            </a:lvl1pPr>
            <a:lvl2pPr algn="l">
              <a:defRPr sz="2175" b="1">
                <a:solidFill>
                  <a:srgbClr val="18243C"/>
                </a:solidFill>
              </a:defRPr>
            </a:lvl2pPr>
            <a:lvl3pPr algn="l">
              <a:defRPr sz="2175" b="1">
                <a:solidFill>
                  <a:srgbClr val="18243C"/>
                </a:solidFill>
              </a:defRPr>
            </a:lvl3pPr>
            <a:lvl4pPr algn="l">
              <a:defRPr sz="2175" b="1">
                <a:solidFill>
                  <a:srgbClr val="18243C"/>
                </a:solidFill>
              </a:defRPr>
            </a:lvl4pPr>
            <a:lvl5pPr algn="l">
              <a:defRPr sz="2175" b="1">
                <a:solidFill>
                  <a:srgbClr val="18243C"/>
                </a:solidFill>
              </a:defRPr>
            </a:lvl5pPr>
            <a:lvl6pPr algn="l">
              <a:defRPr sz="2175" b="1">
                <a:solidFill>
                  <a:srgbClr val="18243C"/>
                </a:solidFill>
              </a:defRPr>
            </a:lvl6pPr>
            <a:lvl7pPr algn="l">
              <a:defRPr sz="2175" b="1">
                <a:solidFill>
                  <a:srgbClr val="18243C"/>
                </a:solidFill>
              </a:defRPr>
            </a:lvl7pPr>
            <a:lvl8pPr algn="l">
              <a:defRPr sz="2175" b="1">
                <a:solidFill>
                  <a:srgbClr val="18243C"/>
                </a:solidFill>
              </a:defRPr>
            </a:lvl8pPr>
            <a:lvl9pPr algn="l">
              <a:defRPr sz="21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8243C"/>
                </a:solidFill>
              </a:defRPr>
            </a:pPr>
            <a:r>
              <a:rPr sz="2175" b="1">
                <a:solidFill>
                  <a:srgbClr val="18243C"/>
                </a:solidFill>
              </a:rPr>
              <a:t>Поставщик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D6A7A6-C0D4-4351-A8D4-CB2F96D5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52850"/>
            <a:ext cx="32575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18243C"/>
                </a:solidFill>
              </a:defRPr>
            </a:defPPr>
            <a:lvl1pPr algn="l">
              <a:defRPr sz="1650" b="0">
                <a:solidFill>
                  <a:srgbClr val="18243C"/>
                </a:solidFill>
              </a:defRPr>
            </a:lvl1pPr>
            <a:lvl2pPr algn="l">
              <a:defRPr sz="1650" b="0">
                <a:solidFill>
                  <a:srgbClr val="18243C"/>
                </a:solidFill>
              </a:defRPr>
            </a:lvl2pPr>
            <a:lvl3pPr algn="l">
              <a:defRPr sz="1650" b="0">
                <a:solidFill>
                  <a:srgbClr val="18243C"/>
                </a:solidFill>
              </a:defRPr>
            </a:lvl3pPr>
            <a:lvl4pPr algn="l">
              <a:defRPr sz="1650" b="0">
                <a:solidFill>
                  <a:srgbClr val="18243C"/>
                </a:solidFill>
              </a:defRPr>
            </a:lvl4pPr>
            <a:lvl5pPr algn="l">
              <a:defRPr sz="1650" b="0">
                <a:solidFill>
                  <a:srgbClr val="18243C"/>
                </a:solidFill>
              </a:defRPr>
            </a:lvl5pPr>
            <a:lvl6pPr algn="l">
              <a:defRPr sz="1650" b="0">
                <a:solidFill>
                  <a:srgbClr val="18243C"/>
                </a:solidFill>
              </a:defRPr>
            </a:lvl6pPr>
            <a:lvl7pPr algn="l">
              <a:defRPr sz="1650" b="0">
                <a:solidFill>
                  <a:srgbClr val="18243C"/>
                </a:solidFill>
              </a:defRPr>
            </a:lvl7pPr>
            <a:lvl8pPr algn="l">
              <a:defRPr sz="1650" b="0">
                <a:solidFill>
                  <a:srgbClr val="18243C"/>
                </a:solidFill>
              </a:defRPr>
            </a:lvl8pPr>
            <a:lvl9pPr algn="l">
              <a:defRPr sz="1650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8243C"/>
                </a:solidFill>
              </a:defRPr>
            </a:pPr>
            <a:r>
              <a:rPr sz="1650" b="0">
                <a:solidFill>
                  <a:srgbClr val="18243C"/>
                </a:solidFill>
              </a:rPr>
              <a:t>Публикует товары, подтверждает наличие и доставку, передаёт отправление.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8A7B31-39F6-415B-9D4D-394158D81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05050"/>
            <a:ext cx="685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285BEB"/>
                </a:solidFill>
              </a:defRPr>
            </a:defPPr>
            <a:lvl1pPr algn="l">
              <a:defRPr sz="2100" b="1">
                <a:solidFill>
                  <a:srgbClr val="285BEB"/>
                </a:solidFill>
              </a:defRPr>
            </a:lvl1pPr>
            <a:lvl2pPr algn="l">
              <a:defRPr sz="2100" b="1">
                <a:solidFill>
                  <a:srgbClr val="285BEB"/>
                </a:solidFill>
              </a:defRPr>
            </a:lvl2pPr>
            <a:lvl3pPr algn="l">
              <a:defRPr sz="2100" b="1">
                <a:solidFill>
                  <a:srgbClr val="285BEB"/>
                </a:solidFill>
              </a:defRPr>
            </a:lvl3pPr>
            <a:lvl4pPr algn="l">
              <a:defRPr sz="2100" b="1">
                <a:solidFill>
                  <a:srgbClr val="285BEB"/>
                </a:solidFill>
              </a:defRPr>
            </a:lvl4pPr>
            <a:lvl5pPr algn="l">
              <a:defRPr sz="2100" b="1">
                <a:solidFill>
                  <a:srgbClr val="285BEB"/>
                </a:solidFill>
              </a:defRPr>
            </a:lvl5pPr>
            <a:lvl6pPr algn="l">
              <a:defRPr sz="2100" b="1">
                <a:solidFill>
                  <a:srgbClr val="285BEB"/>
                </a:solidFill>
              </a:defRPr>
            </a:lvl6pPr>
            <a:lvl7pPr algn="l">
              <a:defRPr sz="2100" b="1">
                <a:solidFill>
                  <a:srgbClr val="285BEB"/>
                </a:solidFill>
              </a:defRPr>
            </a:lvl7pPr>
            <a:lvl8pPr algn="l">
              <a:defRPr sz="2100" b="1">
                <a:solidFill>
                  <a:srgbClr val="285BEB"/>
                </a:solidFill>
              </a:defRPr>
            </a:lvl8pPr>
            <a:lvl9pPr algn="l">
              <a:defRPr sz="210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85BEB"/>
                </a:solidFill>
              </a:defRPr>
            </a:pPr>
            <a:r>
              <a:rPr sz="2100" b="1">
                <a:solidFill>
                  <a:srgbClr val="285BEB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3C8B01-3359-458F-B2B5-A84B38C3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76550"/>
            <a:ext cx="3105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B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D47201-EDBC-47B7-AA24-F9399C34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05150"/>
            <a:ext cx="3238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18243C"/>
                </a:solidFill>
              </a:defRPr>
            </a:defPPr>
            <a:lvl1pPr algn="l">
              <a:defRPr sz="2175" b="1">
                <a:solidFill>
                  <a:srgbClr val="18243C"/>
                </a:solidFill>
              </a:defRPr>
            </a:lvl1pPr>
            <a:lvl2pPr algn="l">
              <a:defRPr sz="2175" b="1">
                <a:solidFill>
                  <a:srgbClr val="18243C"/>
                </a:solidFill>
              </a:defRPr>
            </a:lvl2pPr>
            <a:lvl3pPr algn="l">
              <a:defRPr sz="2175" b="1">
                <a:solidFill>
                  <a:srgbClr val="18243C"/>
                </a:solidFill>
              </a:defRPr>
            </a:lvl3pPr>
            <a:lvl4pPr algn="l">
              <a:defRPr sz="2175" b="1">
                <a:solidFill>
                  <a:srgbClr val="18243C"/>
                </a:solidFill>
              </a:defRPr>
            </a:lvl4pPr>
            <a:lvl5pPr algn="l">
              <a:defRPr sz="2175" b="1">
                <a:solidFill>
                  <a:srgbClr val="18243C"/>
                </a:solidFill>
              </a:defRPr>
            </a:lvl5pPr>
            <a:lvl6pPr algn="l">
              <a:defRPr sz="2175" b="1">
                <a:solidFill>
                  <a:srgbClr val="18243C"/>
                </a:solidFill>
              </a:defRPr>
            </a:lvl6pPr>
            <a:lvl7pPr algn="l">
              <a:defRPr sz="2175" b="1">
                <a:solidFill>
                  <a:srgbClr val="18243C"/>
                </a:solidFill>
              </a:defRPr>
            </a:lvl7pPr>
            <a:lvl8pPr algn="l">
              <a:defRPr sz="2175" b="1">
                <a:solidFill>
                  <a:srgbClr val="18243C"/>
                </a:solidFill>
              </a:defRPr>
            </a:lvl8pPr>
            <a:lvl9pPr algn="l">
              <a:defRPr sz="21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8243C"/>
                </a:solidFill>
              </a:defRPr>
            </a:pPr>
            <a:r>
              <a:rPr sz="2175" b="1">
                <a:solidFill>
                  <a:srgbClr val="18243C"/>
                </a:solidFill>
              </a:rPr>
              <a:t>Администратор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5DDC8F-42D0-4B62-A16C-8F9156ACE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752850"/>
            <a:ext cx="32575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18243C"/>
                </a:solidFill>
              </a:defRPr>
            </a:defPPr>
            <a:lvl1pPr algn="l">
              <a:defRPr sz="1650" b="0">
                <a:solidFill>
                  <a:srgbClr val="18243C"/>
                </a:solidFill>
              </a:defRPr>
            </a:lvl1pPr>
            <a:lvl2pPr algn="l">
              <a:defRPr sz="1650" b="0">
                <a:solidFill>
                  <a:srgbClr val="18243C"/>
                </a:solidFill>
              </a:defRPr>
            </a:lvl2pPr>
            <a:lvl3pPr algn="l">
              <a:defRPr sz="1650" b="0">
                <a:solidFill>
                  <a:srgbClr val="18243C"/>
                </a:solidFill>
              </a:defRPr>
            </a:lvl3pPr>
            <a:lvl4pPr algn="l">
              <a:defRPr sz="1650" b="0">
                <a:solidFill>
                  <a:srgbClr val="18243C"/>
                </a:solidFill>
              </a:defRPr>
            </a:lvl4pPr>
            <a:lvl5pPr algn="l">
              <a:defRPr sz="1650" b="0">
                <a:solidFill>
                  <a:srgbClr val="18243C"/>
                </a:solidFill>
              </a:defRPr>
            </a:lvl5pPr>
            <a:lvl6pPr algn="l">
              <a:defRPr sz="1650" b="0">
                <a:solidFill>
                  <a:srgbClr val="18243C"/>
                </a:solidFill>
              </a:defRPr>
            </a:lvl6pPr>
            <a:lvl7pPr algn="l">
              <a:defRPr sz="1650" b="0">
                <a:solidFill>
                  <a:srgbClr val="18243C"/>
                </a:solidFill>
              </a:defRPr>
            </a:lvl7pPr>
            <a:lvl8pPr algn="l">
              <a:defRPr sz="1650" b="0">
                <a:solidFill>
                  <a:srgbClr val="18243C"/>
                </a:solidFill>
              </a:defRPr>
            </a:lvl8pPr>
            <a:lvl9pPr algn="l">
              <a:defRPr sz="1650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8243C"/>
                </a:solidFill>
              </a:defRPr>
            </a:pPr>
            <a:r>
              <a:rPr sz="1650" b="0">
                <a:solidFill>
                  <a:srgbClr val="18243C"/>
                </a:solidFill>
              </a:rPr>
              <a:t>Проверяет участников, управляет доступом и смотрит состояние платформы.</a:t>
            </a:r>
          </a:p>
        </p:txBody>
      </p:sp>
    </p:spTree>
    <p:extLst>
      <p:ext uri="{BB962C8B-B14F-4D97-AF65-F5344CB8AC3E}">
        <p14:creationId xmlns:p14="http://schemas.microsoft.com/office/powerpoint/2010/main" val="1120373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455F357-4E6E-4AEC-9939-B311D894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72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18243C"/>
                </a:solidFill>
              </a:defRPr>
            </a:defPPr>
            <a:lvl1pPr algn="l">
              <a:defRPr sz="1875" b="1">
                <a:solidFill>
                  <a:srgbClr val="18243C"/>
                </a:solidFill>
              </a:defRPr>
            </a:lvl1pPr>
            <a:lvl2pPr algn="l">
              <a:defRPr sz="1875" b="1">
                <a:solidFill>
                  <a:srgbClr val="18243C"/>
                </a:solidFill>
              </a:defRPr>
            </a:lvl2pPr>
            <a:lvl3pPr algn="l">
              <a:defRPr sz="1875" b="1">
                <a:solidFill>
                  <a:srgbClr val="18243C"/>
                </a:solidFill>
              </a:defRPr>
            </a:lvl3pPr>
            <a:lvl4pPr algn="l">
              <a:defRPr sz="1875" b="1">
                <a:solidFill>
                  <a:srgbClr val="18243C"/>
                </a:solidFill>
              </a:defRPr>
            </a:lvl4pPr>
            <a:lvl5pPr algn="l">
              <a:defRPr sz="1875" b="1">
                <a:solidFill>
                  <a:srgbClr val="18243C"/>
                </a:solidFill>
              </a:defRPr>
            </a:lvl5pPr>
            <a:lvl6pPr algn="l">
              <a:defRPr sz="1875" b="1">
                <a:solidFill>
                  <a:srgbClr val="18243C"/>
                </a:solidFill>
              </a:defRPr>
            </a:lvl6pPr>
            <a:lvl7pPr algn="l">
              <a:defRPr sz="1875" b="1">
                <a:solidFill>
                  <a:srgbClr val="18243C"/>
                </a:solidFill>
              </a:defRPr>
            </a:lvl7pPr>
            <a:lvl8pPr algn="l">
              <a:defRPr sz="1875" b="1">
                <a:solidFill>
                  <a:srgbClr val="18243C"/>
                </a:solidFill>
              </a:defRPr>
            </a:lvl8pPr>
            <a:lvl9pPr algn="l">
              <a:defRPr sz="18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8243C"/>
                </a:solidFill>
              </a:defRPr>
            </a:pPr>
            <a:r>
              <a:rPr sz="1875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59B613-DB13-43B4-890D-0BAC1F35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85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285BEB"/>
                </a:solidFill>
              </a:defRPr>
            </a:defPPr>
            <a:lvl1pPr algn="l">
              <a:defRPr sz="1875" b="1">
                <a:solidFill>
                  <a:srgbClr val="285BEB"/>
                </a:solidFill>
              </a:defRPr>
            </a:lvl1pPr>
            <a:lvl2pPr algn="l">
              <a:defRPr sz="1875" b="1">
                <a:solidFill>
                  <a:srgbClr val="285BEB"/>
                </a:solidFill>
              </a:defRPr>
            </a:lvl2pPr>
            <a:lvl3pPr algn="l">
              <a:defRPr sz="1875" b="1">
                <a:solidFill>
                  <a:srgbClr val="285BEB"/>
                </a:solidFill>
              </a:defRPr>
            </a:lvl3pPr>
            <a:lvl4pPr algn="l">
              <a:defRPr sz="1875" b="1">
                <a:solidFill>
                  <a:srgbClr val="285BEB"/>
                </a:solidFill>
              </a:defRPr>
            </a:lvl4pPr>
            <a:lvl5pPr algn="l">
              <a:defRPr sz="1875" b="1">
                <a:solidFill>
                  <a:srgbClr val="285BEB"/>
                </a:solidFill>
              </a:defRPr>
            </a:lvl5pPr>
            <a:lvl6pPr algn="l">
              <a:defRPr sz="1875" b="1">
                <a:solidFill>
                  <a:srgbClr val="285BEB"/>
                </a:solidFill>
              </a:defRPr>
            </a:lvl6pPr>
            <a:lvl7pPr algn="l">
              <a:defRPr sz="1875" b="1">
                <a:solidFill>
                  <a:srgbClr val="285BEB"/>
                </a:solidFill>
              </a:defRPr>
            </a:lvl7pPr>
            <a:lvl8pPr algn="l">
              <a:defRPr sz="1875" b="1">
                <a:solidFill>
                  <a:srgbClr val="285BEB"/>
                </a:solidFill>
              </a:defRPr>
            </a:lvl8pPr>
            <a:lvl9pPr algn="l">
              <a:defRPr sz="18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85BEB"/>
                </a:solidFill>
              </a:defRPr>
            </a:pPr>
            <a:r>
              <a:rPr sz="1875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FF8631-F1E8-4863-B267-DBC73FA7E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8AFF63-A6D4-4A17-8792-223A9E08C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6202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СЦЕНАРИЙ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7A59D7-EE6D-4A60-8BC1-9FE98AB4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858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8243C"/>
                </a:solidFill>
              </a:defRPr>
            </a:defPPr>
            <a:lvl1pPr algn="l">
              <a:defRPr sz="2850" b="1">
                <a:solidFill>
                  <a:srgbClr val="18243C"/>
                </a:solidFill>
              </a:defRPr>
            </a:lvl1pPr>
            <a:lvl2pPr algn="l">
              <a:defRPr sz="2850" b="1">
                <a:solidFill>
                  <a:srgbClr val="18243C"/>
                </a:solidFill>
              </a:defRPr>
            </a:lvl2pPr>
            <a:lvl3pPr algn="l">
              <a:defRPr sz="2850" b="1">
                <a:solidFill>
                  <a:srgbClr val="18243C"/>
                </a:solidFill>
              </a:defRPr>
            </a:lvl3pPr>
            <a:lvl4pPr algn="l">
              <a:defRPr sz="2850" b="1">
                <a:solidFill>
                  <a:srgbClr val="18243C"/>
                </a:solidFill>
              </a:defRPr>
            </a:lvl4pPr>
            <a:lvl5pPr algn="l">
              <a:defRPr sz="2850" b="1">
                <a:solidFill>
                  <a:srgbClr val="18243C"/>
                </a:solidFill>
              </a:defRPr>
            </a:lvl5pPr>
            <a:lvl6pPr algn="l">
              <a:defRPr sz="2850" b="1">
                <a:solidFill>
                  <a:srgbClr val="18243C"/>
                </a:solidFill>
              </a:defRPr>
            </a:lvl6pPr>
            <a:lvl7pPr algn="l">
              <a:defRPr sz="2850" b="1">
                <a:solidFill>
                  <a:srgbClr val="18243C"/>
                </a:solidFill>
              </a:defRPr>
            </a:lvl7pPr>
            <a:lvl8pPr algn="l">
              <a:defRPr sz="2850" b="1">
                <a:solidFill>
                  <a:srgbClr val="18243C"/>
                </a:solidFill>
              </a:defRPr>
            </a:lvl8pPr>
            <a:lvl9pPr algn="l"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Путь одного заказа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624C05-95E9-49E1-AFA8-182225A8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6BAE05-299E-4045-84D3-6426A136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0">
                <a:solidFill>
                  <a:srgbClr val="738096"/>
                </a:solidFill>
              </a:defRPr>
            </a:defPPr>
            <a:lvl1pPr algn="r">
              <a:defRPr sz="1050" b="0">
                <a:solidFill>
                  <a:srgbClr val="738096"/>
                </a:solidFill>
              </a:defRPr>
            </a:lvl1pPr>
            <a:lvl2pPr algn="r">
              <a:defRPr sz="1050" b="0">
                <a:solidFill>
                  <a:srgbClr val="738096"/>
                </a:solidFill>
              </a:defRPr>
            </a:lvl2pPr>
            <a:lvl3pPr algn="r">
              <a:defRPr sz="1050" b="0">
                <a:solidFill>
                  <a:srgbClr val="738096"/>
                </a:solidFill>
              </a:defRPr>
            </a:lvl3pPr>
            <a:lvl4pPr algn="r">
              <a:defRPr sz="1050" b="0">
                <a:solidFill>
                  <a:srgbClr val="738096"/>
                </a:solidFill>
              </a:defRPr>
            </a:lvl4pPr>
            <a:lvl5pPr algn="r">
              <a:defRPr sz="1050" b="0">
                <a:solidFill>
                  <a:srgbClr val="738096"/>
                </a:solidFill>
              </a:defRPr>
            </a:lvl5pPr>
            <a:lvl6pPr algn="r">
              <a:defRPr sz="1050" b="0">
                <a:solidFill>
                  <a:srgbClr val="738096"/>
                </a:solidFill>
              </a:defRPr>
            </a:lvl6pPr>
            <a:lvl7pPr algn="r">
              <a:defRPr sz="1050" b="0">
                <a:solidFill>
                  <a:srgbClr val="738096"/>
                </a:solidFill>
              </a:defRPr>
            </a:lvl7pPr>
            <a:lvl8pPr algn="r">
              <a:defRPr sz="1050" b="0">
                <a:solidFill>
                  <a:srgbClr val="738096"/>
                </a:solidFill>
              </a:defRPr>
            </a:lvl8pPr>
            <a:lvl9pPr algn="r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F66CAE-5D5F-4F6D-95AF-9631C62D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14600"/>
            <a:ext cx="16192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DF2FF"/>
          </a:solidFill>
          <a:ln xmlns:a="http://schemas.openxmlformats.org/drawingml/2006/main" w="9525">
            <a:solidFill>
              <a:srgbClr val="DFE6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BEE53-F05F-4E72-A842-E3CEC843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62225"/>
            <a:ext cx="333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285BEB"/>
                </a:solidFill>
              </a:defRPr>
            </a:defPPr>
            <a:lvl1pPr algn="l">
              <a:defRPr sz="1575" b="1">
                <a:solidFill>
                  <a:srgbClr val="285BEB"/>
                </a:solidFill>
              </a:defRPr>
            </a:lvl1pPr>
            <a:lvl2pPr algn="l">
              <a:defRPr sz="1575" b="1">
                <a:solidFill>
                  <a:srgbClr val="285BEB"/>
                </a:solidFill>
              </a:defRPr>
            </a:lvl2pPr>
            <a:lvl3pPr algn="l">
              <a:defRPr sz="1575" b="1">
                <a:solidFill>
                  <a:srgbClr val="285BEB"/>
                </a:solidFill>
              </a:defRPr>
            </a:lvl3pPr>
            <a:lvl4pPr algn="l">
              <a:defRPr sz="1575" b="1">
                <a:solidFill>
                  <a:srgbClr val="285BEB"/>
                </a:solidFill>
              </a:defRPr>
            </a:lvl4pPr>
            <a:lvl5pPr algn="l">
              <a:defRPr sz="1575" b="1">
                <a:solidFill>
                  <a:srgbClr val="285BEB"/>
                </a:solidFill>
              </a:defRPr>
            </a:lvl5pPr>
            <a:lvl6pPr algn="l">
              <a:defRPr sz="1575" b="1">
                <a:solidFill>
                  <a:srgbClr val="285BEB"/>
                </a:solidFill>
              </a:defRPr>
            </a:lvl6pPr>
            <a:lvl7pPr algn="l">
              <a:defRPr sz="1575" b="1">
                <a:solidFill>
                  <a:srgbClr val="285BEB"/>
                </a:solidFill>
              </a:defRPr>
            </a:lvl7pPr>
            <a:lvl8pPr algn="l">
              <a:defRPr sz="1575" b="1">
                <a:solidFill>
                  <a:srgbClr val="285BEB"/>
                </a:solidFill>
              </a:defRPr>
            </a:lvl8pPr>
            <a:lvl9pPr algn="l">
              <a:defRPr sz="15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85BEB"/>
                </a:solidFill>
              </a:defRPr>
            </a:pPr>
            <a:r>
              <a:rPr sz="1575" b="1">
                <a:solidFill>
                  <a:srgbClr val="285BEB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2EC20A-1442-48B3-8545-18EDDB90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38450"/>
            <a:ext cx="1390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125" b="1">
                <a:solidFill>
                  <a:srgbClr val="18243C"/>
                </a:solidFill>
              </a:defRPr>
            </a:defPPr>
            <a:lvl1pPr algn="ctr">
              <a:defRPr sz="1125" b="1">
                <a:solidFill>
                  <a:srgbClr val="18243C"/>
                </a:solidFill>
              </a:defRPr>
            </a:lvl1pPr>
            <a:lvl2pPr algn="ctr">
              <a:defRPr sz="1125" b="1">
                <a:solidFill>
                  <a:srgbClr val="18243C"/>
                </a:solidFill>
              </a:defRPr>
            </a:lvl2pPr>
            <a:lvl3pPr algn="ctr">
              <a:defRPr sz="1125" b="1">
                <a:solidFill>
                  <a:srgbClr val="18243C"/>
                </a:solidFill>
              </a:defRPr>
            </a:lvl3pPr>
            <a:lvl4pPr algn="ctr">
              <a:defRPr sz="1125" b="1">
                <a:solidFill>
                  <a:srgbClr val="18243C"/>
                </a:solidFill>
              </a:defRPr>
            </a:lvl4pPr>
            <a:lvl5pPr algn="ctr">
              <a:defRPr sz="1125" b="1">
                <a:solidFill>
                  <a:srgbClr val="18243C"/>
                </a:solidFill>
              </a:defRPr>
            </a:lvl5pPr>
            <a:lvl6pPr algn="ctr">
              <a:defRPr sz="1125" b="1">
                <a:solidFill>
                  <a:srgbClr val="18243C"/>
                </a:solidFill>
              </a:defRPr>
            </a:lvl6pPr>
            <a:lvl7pPr algn="ctr">
              <a:defRPr sz="1125" b="1">
                <a:solidFill>
                  <a:srgbClr val="18243C"/>
                </a:solidFill>
              </a:defRPr>
            </a:lvl7pPr>
            <a:lvl8pPr algn="ctr">
              <a:defRPr sz="1125" b="1">
                <a:solidFill>
                  <a:srgbClr val="18243C"/>
                </a:solidFill>
              </a:defRPr>
            </a:lvl8pPr>
            <a:lvl9pPr algn="ctr">
              <a:defRPr sz="112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18243C"/>
                </a:solidFill>
              </a:defRPr>
            </a:pPr>
            <a:r>
              <a:rPr sz="1125" b="1">
                <a:solidFill>
                  <a:srgbClr val="18243C"/>
                </a:solidFill>
              </a:rPr>
              <a:t>Предложение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262AEE-5360-4CB8-A731-4B71B015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2857500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B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587BCD-4B48-4348-BECB-D2B95C147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514600"/>
            <a:ext cx="16192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DF2FF"/>
          </a:solidFill>
          <a:ln xmlns:a="http://schemas.openxmlformats.org/drawingml/2006/main" w="9525">
            <a:solidFill>
              <a:srgbClr val="DFE6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F0801B-F788-4458-872B-A20AC71C4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562225"/>
            <a:ext cx="333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285BEB"/>
                </a:solidFill>
              </a:defRPr>
            </a:defPPr>
            <a:lvl1pPr algn="l">
              <a:defRPr sz="1575" b="1">
                <a:solidFill>
                  <a:srgbClr val="285BEB"/>
                </a:solidFill>
              </a:defRPr>
            </a:lvl1pPr>
            <a:lvl2pPr algn="l">
              <a:defRPr sz="1575" b="1">
                <a:solidFill>
                  <a:srgbClr val="285BEB"/>
                </a:solidFill>
              </a:defRPr>
            </a:lvl2pPr>
            <a:lvl3pPr algn="l">
              <a:defRPr sz="1575" b="1">
                <a:solidFill>
                  <a:srgbClr val="285BEB"/>
                </a:solidFill>
              </a:defRPr>
            </a:lvl3pPr>
            <a:lvl4pPr algn="l">
              <a:defRPr sz="1575" b="1">
                <a:solidFill>
                  <a:srgbClr val="285BEB"/>
                </a:solidFill>
              </a:defRPr>
            </a:lvl4pPr>
            <a:lvl5pPr algn="l">
              <a:defRPr sz="1575" b="1">
                <a:solidFill>
                  <a:srgbClr val="285BEB"/>
                </a:solidFill>
              </a:defRPr>
            </a:lvl5pPr>
            <a:lvl6pPr algn="l">
              <a:defRPr sz="1575" b="1">
                <a:solidFill>
                  <a:srgbClr val="285BEB"/>
                </a:solidFill>
              </a:defRPr>
            </a:lvl6pPr>
            <a:lvl7pPr algn="l">
              <a:defRPr sz="1575" b="1">
                <a:solidFill>
                  <a:srgbClr val="285BEB"/>
                </a:solidFill>
              </a:defRPr>
            </a:lvl7pPr>
            <a:lvl8pPr algn="l">
              <a:defRPr sz="1575" b="1">
                <a:solidFill>
                  <a:srgbClr val="285BEB"/>
                </a:solidFill>
              </a:defRPr>
            </a:lvl8pPr>
            <a:lvl9pPr algn="l">
              <a:defRPr sz="15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85BEB"/>
                </a:solidFill>
              </a:defRPr>
            </a:pPr>
            <a:r>
              <a:rPr sz="1575" b="1">
                <a:solidFill>
                  <a:srgbClr val="285BEB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0E4CA1-0809-4FD1-B2BE-68A1948A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838450"/>
            <a:ext cx="1390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125" b="1">
                <a:solidFill>
                  <a:srgbClr val="18243C"/>
                </a:solidFill>
              </a:defRPr>
            </a:defPPr>
            <a:lvl1pPr algn="ctr">
              <a:defRPr sz="1125" b="1">
                <a:solidFill>
                  <a:srgbClr val="18243C"/>
                </a:solidFill>
              </a:defRPr>
            </a:lvl1pPr>
            <a:lvl2pPr algn="ctr">
              <a:defRPr sz="1125" b="1">
                <a:solidFill>
                  <a:srgbClr val="18243C"/>
                </a:solidFill>
              </a:defRPr>
            </a:lvl2pPr>
            <a:lvl3pPr algn="ctr">
              <a:defRPr sz="1125" b="1">
                <a:solidFill>
                  <a:srgbClr val="18243C"/>
                </a:solidFill>
              </a:defRPr>
            </a:lvl3pPr>
            <a:lvl4pPr algn="ctr">
              <a:defRPr sz="1125" b="1">
                <a:solidFill>
                  <a:srgbClr val="18243C"/>
                </a:solidFill>
              </a:defRPr>
            </a:lvl4pPr>
            <a:lvl5pPr algn="ctr">
              <a:defRPr sz="1125" b="1">
                <a:solidFill>
                  <a:srgbClr val="18243C"/>
                </a:solidFill>
              </a:defRPr>
            </a:lvl5pPr>
            <a:lvl6pPr algn="ctr">
              <a:defRPr sz="1125" b="1">
                <a:solidFill>
                  <a:srgbClr val="18243C"/>
                </a:solidFill>
              </a:defRPr>
            </a:lvl6pPr>
            <a:lvl7pPr algn="ctr">
              <a:defRPr sz="1125" b="1">
                <a:solidFill>
                  <a:srgbClr val="18243C"/>
                </a:solidFill>
              </a:defRPr>
            </a:lvl7pPr>
            <a:lvl8pPr algn="ctr">
              <a:defRPr sz="1125" b="1">
                <a:solidFill>
                  <a:srgbClr val="18243C"/>
                </a:solidFill>
              </a:defRPr>
            </a:lvl8pPr>
            <a:lvl9pPr algn="ctr">
              <a:defRPr sz="112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18243C"/>
                </a:solidFill>
              </a:defRPr>
            </a:pPr>
            <a:r>
              <a:rPr sz="1125" b="1">
                <a:solidFill>
                  <a:srgbClr val="18243C"/>
                </a:solidFill>
              </a:rPr>
              <a:t>Наценка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A7F11C-E6E9-4943-A649-F4E86164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2857500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B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6FAED2-F1E4-4F81-829A-1DEE54F05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14600"/>
            <a:ext cx="16192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DF2FF"/>
          </a:solidFill>
          <a:ln xmlns:a="http://schemas.openxmlformats.org/drawingml/2006/main" w="9525">
            <a:solidFill>
              <a:srgbClr val="DFE6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059410-E00F-4092-83F5-32912DDA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562225"/>
            <a:ext cx="333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285BEB"/>
                </a:solidFill>
              </a:defRPr>
            </a:defPPr>
            <a:lvl1pPr algn="l">
              <a:defRPr sz="1575" b="1">
                <a:solidFill>
                  <a:srgbClr val="285BEB"/>
                </a:solidFill>
              </a:defRPr>
            </a:lvl1pPr>
            <a:lvl2pPr algn="l">
              <a:defRPr sz="1575" b="1">
                <a:solidFill>
                  <a:srgbClr val="285BEB"/>
                </a:solidFill>
              </a:defRPr>
            </a:lvl2pPr>
            <a:lvl3pPr algn="l">
              <a:defRPr sz="1575" b="1">
                <a:solidFill>
                  <a:srgbClr val="285BEB"/>
                </a:solidFill>
              </a:defRPr>
            </a:lvl3pPr>
            <a:lvl4pPr algn="l">
              <a:defRPr sz="1575" b="1">
                <a:solidFill>
                  <a:srgbClr val="285BEB"/>
                </a:solidFill>
              </a:defRPr>
            </a:lvl4pPr>
            <a:lvl5pPr algn="l">
              <a:defRPr sz="1575" b="1">
                <a:solidFill>
                  <a:srgbClr val="285BEB"/>
                </a:solidFill>
              </a:defRPr>
            </a:lvl5pPr>
            <a:lvl6pPr algn="l">
              <a:defRPr sz="1575" b="1">
                <a:solidFill>
                  <a:srgbClr val="285BEB"/>
                </a:solidFill>
              </a:defRPr>
            </a:lvl6pPr>
            <a:lvl7pPr algn="l">
              <a:defRPr sz="1575" b="1">
                <a:solidFill>
                  <a:srgbClr val="285BEB"/>
                </a:solidFill>
              </a:defRPr>
            </a:lvl7pPr>
            <a:lvl8pPr algn="l">
              <a:defRPr sz="1575" b="1">
                <a:solidFill>
                  <a:srgbClr val="285BEB"/>
                </a:solidFill>
              </a:defRPr>
            </a:lvl8pPr>
            <a:lvl9pPr algn="l">
              <a:defRPr sz="15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85BEB"/>
                </a:solidFill>
              </a:defRPr>
            </a:pPr>
            <a:r>
              <a:rPr sz="1575" b="1">
                <a:solidFill>
                  <a:srgbClr val="285BEB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310600-CAC0-4370-BB3A-4E06E1BE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38450"/>
            <a:ext cx="1390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125" b="1">
                <a:solidFill>
                  <a:srgbClr val="18243C"/>
                </a:solidFill>
              </a:defRPr>
            </a:defPPr>
            <a:lvl1pPr algn="ctr">
              <a:defRPr sz="1125" b="1">
                <a:solidFill>
                  <a:srgbClr val="18243C"/>
                </a:solidFill>
              </a:defRPr>
            </a:lvl1pPr>
            <a:lvl2pPr algn="ctr">
              <a:defRPr sz="1125" b="1">
                <a:solidFill>
                  <a:srgbClr val="18243C"/>
                </a:solidFill>
              </a:defRPr>
            </a:lvl2pPr>
            <a:lvl3pPr algn="ctr">
              <a:defRPr sz="1125" b="1">
                <a:solidFill>
                  <a:srgbClr val="18243C"/>
                </a:solidFill>
              </a:defRPr>
            </a:lvl3pPr>
            <a:lvl4pPr algn="ctr">
              <a:defRPr sz="1125" b="1">
                <a:solidFill>
                  <a:srgbClr val="18243C"/>
                </a:solidFill>
              </a:defRPr>
            </a:lvl4pPr>
            <a:lvl5pPr algn="ctr">
              <a:defRPr sz="1125" b="1">
                <a:solidFill>
                  <a:srgbClr val="18243C"/>
                </a:solidFill>
              </a:defRPr>
            </a:lvl5pPr>
            <a:lvl6pPr algn="ctr">
              <a:defRPr sz="1125" b="1">
                <a:solidFill>
                  <a:srgbClr val="18243C"/>
                </a:solidFill>
              </a:defRPr>
            </a:lvl6pPr>
            <a:lvl7pPr algn="ctr">
              <a:defRPr sz="1125" b="1">
                <a:solidFill>
                  <a:srgbClr val="18243C"/>
                </a:solidFill>
              </a:defRPr>
            </a:lvl7pPr>
            <a:lvl8pPr algn="ctr">
              <a:defRPr sz="1125" b="1">
                <a:solidFill>
                  <a:srgbClr val="18243C"/>
                </a:solidFill>
              </a:defRPr>
            </a:lvl8pPr>
            <a:lvl9pPr algn="ctr">
              <a:defRPr sz="112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18243C"/>
                </a:solidFill>
              </a:defRPr>
            </a:pPr>
            <a:r>
              <a:rPr sz="1125" b="1">
                <a:solidFill>
                  <a:srgbClr val="18243C"/>
                </a:solidFill>
              </a:rPr>
              <a:t>Заказ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03C0C6-A547-4F75-A6B4-FEBC0C13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2857500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B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5E4A07-DD54-4C78-B332-518C6CDEE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514600"/>
            <a:ext cx="16192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6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18CD64-D06F-493C-9920-5921C76E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562225"/>
            <a:ext cx="333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285BEB"/>
                </a:solidFill>
              </a:defRPr>
            </a:defPPr>
            <a:lvl1pPr algn="l">
              <a:defRPr sz="1575" b="1">
                <a:solidFill>
                  <a:srgbClr val="285BEB"/>
                </a:solidFill>
              </a:defRPr>
            </a:lvl1pPr>
            <a:lvl2pPr algn="l">
              <a:defRPr sz="1575" b="1">
                <a:solidFill>
                  <a:srgbClr val="285BEB"/>
                </a:solidFill>
              </a:defRPr>
            </a:lvl2pPr>
            <a:lvl3pPr algn="l">
              <a:defRPr sz="1575" b="1">
                <a:solidFill>
                  <a:srgbClr val="285BEB"/>
                </a:solidFill>
              </a:defRPr>
            </a:lvl3pPr>
            <a:lvl4pPr algn="l">
              <a:defRPr sz="1575" b="1">
                <a:solidFill>
                  <a:srgbClr val="285BEB"/>
                </a:solidFill>
              </a:defRPr>
            </a:lvl4pPr>
            <a:lvl5pPr algn="l">
              <a:defRPr sz="1575" b="1">
                <a:solidFill>
                  <a:srgbClr val="285BEB"/>
                </a:solidFill>
              </a:defRPr>
            </a:lvl5pPr>
            <a:lvl6pPr algn="l">
              <a:defRPr sz="1575" b="1">
                <a:solidFill>
                  <a:srgbClr val="285BEB"/>
                </a:solidFill>
              </a:defRPr>
            </a:lvl6pPr>
            <a:lvl7pPr algn="l">
              <a:defRPr sz="1575" b="1">
                <a:solidFill>
                  <a:srgbClr val="285BEB"/>
                </a:solidFill>
              </a:defRPr>
            </a:lvl7pPr>
            <a:lvl8pPr algn="l">
              <a:defRPr sz="1575" b="1">
                <a:solidFill>
                  <a:srgbClr val="285BEB"/>
                </a:solidFill>
              </a:defRPr>
            </a:lvl8pPr>
            <a:lvl9pPr algn="l">
              <a:defRPr sz="15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85BEB"/>
                </a:solidFill>
              </a:defRPr>
            </a:pPr>
            <a:r>
              <a:rPr sz="1575" b="1">
                <a:solidFill>
                  <a:srgbClr val="285BEB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7266EA-7E15-4296-A43A-FD980CFA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38450"/>
            <a:ext cx="1390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125" b="1">
                <a:solidFill>
                  <a:srgbClr val="18243C"/>
                </a:solidFill>
              </a:defRPr>
            </a:defPPr>
            <a:lvl1pPr algn="ctr">
              <a:defRPr sz="1125" b="1">
                <a:solidFill>
                  <a:srgbClr val="18243C"/>
                </a:solidFill>
              </a:defRPr>
            </a:lvl1pPr>
            <a:lvl2pPr algn="ctr">
              <a:defRPr sz="1125" b="1">
                <a:solidFill>
                  <a:srgbClr val="18243C"/>
                </a:solidFill>
              </a:defRPr>
            </a:lvl2pPr>
            <a:lvl3pPr algn="ctr">
              <a:defRPr sz="1125" b="1">
                <a:solidFill>
                  <a:srgbClr val="18243C"/>
                </a:solidFill>
              </a:defRPr>
            </a:lvl3pPr>
            <a:lvl4pPr algn="ctr">
              <a:defRPr sz="1125" b="1">
                <a:solidFill>
                  <a:srgbClr val="18243C"/>
                </a:solidFill>
              </a:defRPr>
            </a:lvl4pPr>
            <a:lvl5pPr algn="ctr">
              <a:defRPr sz="1125" b="1">
                <a:solidFill>
                  <a:srgbClr val="18243C"/>
                </a:solidFill>
              </a:defRPr>
            </a:lvl5pPr>
            <a:lvl6pPr algn="ctr">
              <a:defRPr sz="1125" b="1">
                <a:solidFill>
                  <a:srgbClr val="18243C"/>
                </a:solidFill>
              </a:defRPr>
            </a:lvl6pPr>
            <a:lvl7pPr algn="ctr">
              <a:defRPr sz="1125" b="1">
                <a:solidFill>
                  <a:srgbClr val="18243C"/>
                </a:solidFill>
              </a:defRPr>
            </a:lvl7pPr>
            <a:lvl8pPr algn="ctr">
              <a:defRPr sz="1125" b="1">
                <a:solidFill>
                  <a:srgbClr val="18243C"/>
                </a:solidFill>
              </a:defRPr>
            </a:lvl8pPr>
            <a:lvl9pPr algn="ctr">
              <a:defRPr sz="112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18243C"/>
                </a:solidFill>
              </a:defRPr>
            </a:pPr>
            <a:r>
              <a:rPr sz="1125" b="1">
                <a:solidFill>
                  <a:srgbClr val="18243C"/>
                </a:solidFill>
              </a:rPr>
              <a:t>Подтверждение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C3A2E6-5B60-4D4C-B928-FF6F4ED7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857500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B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EC74CA-EBE3-4349-93DD-59E348D9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14600"/>
            <a:ext cx="16192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6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F65D6B-AA0C-4D08-8BF8-82F290C6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2562225"/>
            <a:ext cx="333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285BEB"/>
                </a:solidFill>
              </a:defRPr>
            </a:defPPr>
            <a:lvl1pPr algn="l">
              <a:defRPr sz="1575" b="1">
                <a:solidFill>
                  <a:srgbClr val="285BEB"/>
                </a:solidFill>
              </a:defRPr>
            </a:lvl1pPr>
            <a:lvl2pPr algn="l">
              <a:defRPr sz="1575" b="1">
                <a:solidFill>
                  <a:srgbClr val="285BEB"/>
                </a:solidFill>
              </a:defRPr>
            </a:lvl2pPr>
            <a:lvl3pPr algn="l">
              <a:defRPr sz="1575" b="1">
                <a:solidFill>
                  <a:srgbClr val="285BEB"/>
                </a:solidFill>
              </a:defRPr>
            </a:lvl3pPr>
            <a:lvl4pPr algn="l">
              <a:defRPr sz="1575" b="1">
                <a:solidFill>
                  <a:srgbClr val="285BEB"/>
                </a:solidFill>
              </a:defRPr>
            </a:lvl4pPr>
            <a:lvl5pPr algn="l">
              <a:defRPr sz="1575" b="1">
                <a:solidFill>
                  <a:srgbClr val="285BEB"/>
                </a:solidFill>
              </a:defRPr>
            </a:lvl5pPr>
            <a:lvl6pPr algn="l">
              <a:defRPr sz="1575" b="1">
                <a:solidFill>
                  <a:srgbClr val="285BEB"/>
                </a:solidFill>
              </a:defRPr>
            </a:lvl6pPr>
            <a:lvl7pPr algn="l">
              <a:defRPr sz="1575" b="1">
                <a:solidFill>
                  <a:srgbClr val="285BEB"/>
                </a:solidFill>
              </a:defRPr>
            </a:lvl7pPr>
            <a:lvl8pPr algn="l">
              <a:defRPr sz="1575" b="1">
                <a:solidFill>
                  <a:srgbClr val="285BEB"/>
                </a:solidFill>
              </a:defRPr>
            </a:lvl8pPr>
            <a:lvl9pPr algn="l">
              <a:defRPr sz="15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85BEB"/>
                </a:solidFill>
              </a:defRPr>
            </a:pPr>
            <a:r>
              <a:rPr sz="1575" b="1">
                <a:solidFill>
                  <a:srgbClr val="285BEB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F6A5FE-DECC-4C8B-9EE0-C1EB48897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38450"/>
            <a:ext cx="1390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125" b="1">
                <a:solidFill>
                  <a:srgbClr val="18243C"/>
                </a:solidFill>
              </a:defRPr>
            </a:defPPr>
            <a:lvl1pPr algn="ctr">
              <a:defRPr sz="1125" b="1">
                <a:solidFill>
                  <a:srgbClr val="18243C"/>
                </a:solidFill>
              </a:defRPr>
            </a:lvl1pPr>
            <a:lvl2pPr algn="ctr">
              <a:defRPr sz="1125" b="1">
                <a:solidFill>
                  <a:srgbClr val="18243C"/>
                </a:solidFill>
              </a:defRPr>
            </a:lvl2pPr>
            <a:lvl3pPr algn="ctr">
              <a:defRPr sz="1125" b="1">
                <a:solidFill>
                  <a:srgbClr val="18243C"/>
                </a:solidFill>
              </a:defRPr>
            </a:lvl3pPr>
            <a:lvl4pPr algn="ctr">
              <a:defRPr sz="1125" b="1">
                <a:solidFill>
                  <a:srgbClr val="18243C"/>
                </a:solidFill>
              </a:defRPr>
            </a:lvl4pPr>
            <a:lvl5pPr algn="ctr">
              <a:defRPr sz="1125" b="1">
                <a:solidFill>
                  <a:srgbClr val="18243C"/>
                </a:solidFill>
              </a:defRPr>
            </a:lvl5pPr>
            <a:lvl6pPr algn="ctr">
              <a:defRPr sz="1125" b="1">
                <a:solidFill>
                  <a:srgbClr val="18243C"/>
                </a:solidFill>
              </a:defRPr>
            </a:lvl6pPr>
            <a:lvl7pPr algn="ctr">
              <a:defRPr sz="1125" b="1">
                <a:solidFill>
                  <a:srgbClr val="18243C"/>
                </a:solidFill>
              </a:defRPr>
            </a:lvl7pPr>
            <a:lvl8pPr algn="ctr">
              <a:defRPr sz="1125" b="1">
                <a:solidFill>
                  <a:srgbClr val="18243C"/>
                </a:solidFill>
              </a:defRPr>
            </a:lvl8pPr>
            <a:lvl9pPr algn="ctr">
              <a:defRPr sz="112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18243C"/>
                </a:solidFill>
              </a:defRPr>
            </a:pPr>
            <a:r>
              <a:rPr sz="1125" b="1">
                <a:solidFill>
                  <a:srgbClr val="18243C"/>
                </a:solidFill>
              </a:rPr>
              <a:t>Оплата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F544DD-B2F1-4FAC-B5A0-4200F331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857500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B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10F5AD-9483-4CBB-9DD8-BB48A73C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514600"/>
            <a:ext cx="16192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6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515297-9112-40EA-B81B-623A02C4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562225"/>
            <a:ext cx="333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285BEB"/>
                </a:solidFill>
              </a:defRPr>
            </a:defPPr>
            <a:lvl1pPr algn="l">
              <a:defRPr sz="1575" b="1">
                <a:solidFill>
                  <a:srgbClr val="285BEB"/>
                </a:solidFill>
              </a:defRPr>
            </a:lvl1pPr>
            <a:lvl2pPr algn="l">
              <a:defRPr sz="1575" b="1">
                <a:solidFill>
                  <a:srgbClr val="285BEB"/>
                </a:solidFill>
              </a:defRPr>
            </a:lvl2pPr>
            <a:lvl3pPr algn="l">
              <a:defRPr sz="1575" b="1">
                <a:solidFill>
                  <a:srgbClr val="285BEB"/>
                </a:solidFill>
              </a:defRPr>
            </a:lvl3pPr>
            <a:lvl4pPr algn="l">
              <a:defRPr sz="1575" b="1">
                <a:solidFill>
                  <a:srgbClr val="285BEB"/>
                </a:solidFill>
              </a:defRPr>
            </a:lvl4pPr>
            <a:lvl5pPr algn="l">
              <a:defRPr sz="1575" b="1">
                <a:solidFill>
                  <a:srgbClr val="285BEB"/>
                </a:solidFill>
              </a:defRPr>
            </a:lvl5pPr>
            <a:lvl6pPr algn="l">
              <a:defRPr sz="1575" b="1">
                <a:solidFill>
                  <a:srgbClr val="285BEB"/>
                </a:solidFill>
              </a:defRPr>
            </a:lvl6pPr>
            <a:lvl7pPr algn="l">
              <a:defRPr sz="1575" b="1">
                <a:solidFill>
                  <a:srgbClr val="285BEB"/>
                </a:solidFill>
              </a:defRPr>
            </a:lvl7pPr>
            <a:lvl8pPr algn="l">
              <a:defRPr sz="1575" b="1">
                <a:solidFill>
                  <a:srgbClr val="285BEB"/>
                </a:solidFill>
              </a:defRPr>
            </a:lvl8pPr>
            <a:lvl9pPr algn="l">
              <a:defRPr sz="15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85BEB"/>
                </a:solidFill>
              </a:defRPr>
            </a:pPr>
            <a:r>
              <a:rPr sz="1575" b="1">
                <a:solidFill>
                  <a:srgbClr val="285BEB"/>
                </a:solidFill>
              </a:rPr>
              <a:t>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6DF45B3-7D45-47DA-A260-49E46D940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38450"/>
            <a:ext cx="1390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125" b="1">
                <a:solidFill>
                  <a:srgbClr val="18243C"/>
                </a:solidFill>
              </a:defRPr>
            </a:defPPr>
            <a:lvl1pPr algn="ctr">
              <a:defRPr sz="1125" b="1">
                <a:solidFill>
                  <a:srgbClr val="18243C"/>
                </a:solidFill>
              </a:defRPr>
            </a:lvl1pPr>
            <a:lvl2pPr algn="ctr">
              <a:defRPr sz="1125" b="1">
                <a:solidFill>
                  <a:srgbClr val="18243C"/>
                </a:solidFill>
              </a:defRPr>
            </a:lvl2pPr>
            <a:lvl3pPr algn="ctr">
              <a:defRPr sz="1125" b="1">
                <a:solidFill>
                  <a:srgbClr val="18243C"/>
                </a:solidFill>
              </a:defRPr>
            </a:lvl3pPr>
            <a:lvl4pPr algn="ctr">
              <a:defRPr sz="1125" b="1">
                <a:solidFill>
                  <a:srgbClr val="18243C"/>
                </a:solidFill>
              </a:defRPr>
            </a:lvl4pPr>
            <a:lvl5pPr algn="ctr">
              <a:defRPr sz="1125" b="1">
                <a:solidFill>
                  <a:srgbClr val="18243C"/>
                </a:solidFill>
              </a:defRPr>
            </a:lvl5pPr>
            <a:lvl6pPr algn="ctr">
              <a:defRPr sz="1125" b="1">
                <a:solidFill>
                  <a:srgbClr val="18243C"/>
                </a:solidFill>
              </a:defRPr>
            </a:lvl6pPr>
            <a:lvl7pPr algn="ctr">
              <a:defRPr sz="1125" b="1">
                <a:solidFill>
                  <a:srgbClr val="18243C"/>
                </a:solidFill>
              </a:defRPr>
            </a:lvl7pPr>
            <a:lvl8pPr algn="ctr">
              <a:defRPr sz="1125" b="1">
                <a:solidFill>
                  <a:srgbClr val="18243C"/>
                </a:solidFill>
              </a:defRPr>
            </a:lvl8pPr>
            <a:lvl9pPr algn="ctr">
              <a:defRPr sz="112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18243C"/>
                </a:solidFill>
              </a:defRPr>
            </a:pPr>
            <a:r>
              <a:rPr sz="1125" b="1">
                <a:solidFill>
                  <a:srgbClr val="18243C"/>
                </a:solidFill>
              </a:rPr>
              <a:t>Отправление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485EED-6C78-486C-837A-F555751F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62350"/>
            <a:ext cx="48196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285BEB"/>
                </a:solidFill>
              </a:defRPr>
            </a:defPPr>
            <a:lvl1pPr algn="l">
              <a:defRPr sz="1800" b="1">
                <a:solidFill>
                  <a:srgbClr val="285BEB"/>
                </a:solidFill>
              </a:defRPr>
            </a:lvl1pPr>
            <a:lvl2pPr algn="l">
              <a:defRPr sz="1800" b="1">
                <a:solidFill>
                  <a:srgbClr val="285BEB"/>
                </a:solidFill>
              </a:defRPr>
            </a:lvl2pPr>
            <a:lvl3pPr algn="l">
              <a:defRPr sz="1800" b="1">
                <a:solidFill>
                  <a:srgbClr val="285BEB"/>
                </a:solidFill>
              </a:defRPr>
            </a:lvl3pPr>
            <a:lvl4pPr algn="l">
              <a:defRPr sz="1800" b="1">
                <a:solidFill>
                  <a:srgbClr val="285BEB"/>
                </a:solidFill>
              </a:defRPr>
            </a:lvl4pPr>
            <a:lvl5pPr algn="l">
              <a:defRPr sz="1800" b="1">
                <a:solidFill>
                  <a:srgbClr val="285BEB"/>
                </a:solidFill>
              </a:defRPr>
            </a:lvl5pPr>
            <a:lvl6pPr algn="l">
              <a:defRPr sz="1800" b="1">
                <a:solidFill>
                  <a:srgbClr val="285BEB"/>
                </a:solidFill>
              </a:defRPr>
            </a:lvl6pPr>
            <a:lvl7pPr algn="l">
              <a:defRPr sz="1800" b="1">
                <a:solidFill>
                  <a:srgbClr val="285BEB"/>
                </a:solidFill>
              </a:defRPr>
            </a:lvl7pPr>
            <a:lvl8pPr algn="l">
              <a:defRPr sz="1800" b="1">
                <a:solidFill>
                  <a:srgbClr val="285BEB"/>
                </a:solidFill>
              </a:defRPr>
            </a:lvl8pPr>
            <a:lvl9pPr algn="l">
              <a:defRPr sz="180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85BEB"/>
                </a:solidFill>
              </a:defRPr>
            </a:pPr>
            <a:r>
              <a:rPr sz="1800" b="1">
                <a:solidFill>
                  <a:srgbClr val="285BEB"/>
                </a:solidFill>
              </a:rPr>
              <a:t>Дропшиппер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06DB06-F1C7-4878-9C6C-35410952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562350"/>
            <a:ext cx="48196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285BEB"/>
                </a:solidFill>
              </a:defRPr>
            </a:defPPr>
            <a:lvl1pPr algn="l">
              <a:defRPr sz="1800" b="1">
                <a:solidFill>
                  <a:srgbClr val="285BEB"/>
                </a:solidFill>
              </a:defRPr>
            </a:lvl1pPr>
            <a:lvl2pPr algn="l">
              <a:defRPr sz="1800" b="1">
                <a:solidFill>
                  <a:srgbClr val="285BEB"/>
                </a:solidFill>
              </a:defRPr>
            </a:lvl2pPr>
            <a:lvl3pPr algn="l">
              <a:defRPr sz="1800" b="1">
                <a:solidFill>
                  <a:srgbClr val="285BEB"/>
                </a:solidFill>
              </a:defRPr>
            </a:lvl3pPr>
            <a:lvl4pPr algn="l">
              <a:defRPr sz="1800" b="1">
                <a:solidFill>
                  <a:srgbClr val="285BEB"/>
                </a:solidFill>
              </a:defRPr>
            </a:lvl4pPr>
            <a:lvl5pPr algn="l">
              <a:defRPr sz="1800" b="1">
                <a:solidFill>
                  <a:srgbClr val="285BEB"/>
                </a:solidFill>
              </a:defRPr>
            </a:lvl5pPr>
            <a:lvl6pPr algn="l">
              <a:defRPr sz="1800" b="1">
                <a:solidFill>
                  <a:srgbClr val="285BEB"/>
                </a:solidFill>
              </a:defRPr>
            </a:lvl6pPr>
            <a:lvl7pPr algn="l">
              <a:defRPr sz="1800" b="1">
                <a:solidFill>
                  <a:srgbClr val="285BEB"/>
                </a:solidFill>
              </a:defRPr>
            </a:lvl7pPr>
            <a:lvl8pPr algn="l">
              <a:defRPr sz="1800" b="1">
                <a:solidFill>
                  <a:srgbClr val="285BEB"/>
                </a:solidFill>
              </a:defRPr>
            </a:lvl8pPr>
            <a:lvl9pPr algn="l">
              <a:defRPr sz="180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85BEB"/>
                </a:solidFill>
              </a:defRPr>
            </a:pPr>
            <a:r>
              <a:rPr sz="1800" b="1">
                <a:solidFill>
                  <a:srgbClr val="285BEB"/>
                </a:solidFill>
              </a:rPr>
              <a:t>Поставщик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178DC8-8910-4C1B-806E-900CF6E3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67175"/>
            <a:ext cx="48196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18243C"/>
                </a:solidFill>
              </a:defRPr>
            </a:defPPr>
            <a:lvl1pPr algn="l">
              <a:defRPr sz="1800" b="0">
                <a:solidFill>
                  <a:srgbClr val="18243C"/>
                </a:solidFill>
              </a:defRPr>
            </a:lvl1pPr>
            <a:lvl2pPr algn="l">
              <a:defRPr sz="1800" b="0">
                <a:solidFill>
                  <a:srgbClr val="18243C"/>
                </a:solidFill>
              </a:defRPr>
            </a:lvl2pPr>
            <a:lvl3pPr algn="l">
              <a:defRPr sz="1800" b="0">
                <a:solidFill>
                  <a:srgbClr val="18243C"/>
                </a:solidFill>
              </a:defRPr>
            </a:lvl3pPr>
            <a:lvl4pPr algn="l">
              <a:defRPr sz="1800" b="0">
                <a:solidFill>
                  <a:srgbClr val="18243C"/>
                </a:solidFill>
              </a:defRPr>
            </a:lvl4pPr>
            <a:lvl5pPr algn="l">
              <a:defRPr sz="1800" b="0">
                <a:solidFill>
                  <a:srgbClr val="18243C"/>
                </a:solidFill>
              </a:defRPr>
            </a:lvl5pPr>
            <a:lvl6pPr algn="l">
              <a:defRPr sz="1800" b="0">
                <a:solidFill>
                  <a:srgbClr val="18243C"/>
                </a:solidFill>
              </a:defRPr>
            </a:lvl6pPr>
            <a:lvl7pPr algn="l">
              <a:defRPr sz="1800" b="0">
                <a:solidFill>
                  <a:srgbClr val="18243C"/>
                </a:solidFill>
              </a:defRPr>
            </a:lvl7pPr>
            <a:lvl8pPr algn="l">
              <a:defRPr sz="1800" b="0">
                <a:solidFill>
                  <a:srgbClr val="18243C"/>
                </a:solidFill>
              </a:defRPr>
            </a:lvl8pPr>
            <a:lvl9pPr algn="l">
              <a:defRPr sz="1800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8243C"/>
                </a:solidFill>
              </a:defRPr>
            </a:pPr>
            <a:r>
              <a:rPr sz="1800" b="0">
                <a:solidFill>
                  <a:srgbClr val="18243C"/>
                </a:solidFill>
              </a:rPr>
              <a:t>Выбирает товар → задаёт наценку → оформляет заказ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89075B6-0D64-45A7-8082-F8949FB9F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067175"/>
            <a:ext cx="5143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18243C"/>
                </a:solidFill>
              </a:defRPr>
            </a:defPPr>
            <a:lvl1pPr algn="l">
              <a:defRPr sz="1800" b="0">
                <a:solidFill>
                  <a:srgbClr val="18243C"/>
                </a:solidFill>
              </a:defRPr>
            </a:lvl1pPr>
            <a:lvl2pPr algn="l">
              <a:defRPr sz="1800" b="0">
                <a:solidFill>
                  <a:srgbClr val="18243C"/>
                </a:solidFill>
              </a:defRPr>
            </a:lvl2pPr>
            <a:lvl3pPr algn="l">
              <a:defRPr sz="1800" b="0">
                <a:solidFill>
                  <a:srgbClr val="18243C"/>
                </a:solidFill>
              </a:defRPr>
            </a:lvl3pPr>
            <a:lvl4pPr algn="l">
              <a:defRPr sz="1800" b="0">
                <a:solidFill>
                  <a:srgbClr val="18243C"/>
                </a:solidFill>
              </a:defRPr>
            </a:lvl4pPr>
            <a:lvl5pPr algn="l">
              <a:defRPr sz="1800" b="0">
                <a:solidFill>
                  <a:srgbClr val="18243C"/>
                </a:solidFill>
              </a:defRPr>
            </a:lvl5pPr>
            <a:lvl6pPr algn="l">
              <a:defRPr sz="1800" b="0">
                <a:solidFill>
                  <a:srgbClr val="18243C"/>
                </a:solidFill>
              </a:defRPr>
            </a:lvl6pPr>
            <a:lvl7pPr algn="l">
              <a:defRPr sz="1800" b="0">
                <a:solidFill>
                  <a:srgbClr val="18243C"/>
                </a:solidFill>
              </a:defRPr>
            </a:lvl7pPr>
            <a:lvl8pPr algn="l">
              <a:defRPr sz="1800" b="0">
                <a:solidFill>
                  <a:srgbClr val="18243C"/>
                </a:solidFill>
              </a:defRPr>
            </a:lvl8pPr>
            <a:lvl9pPr algn="l">
              <a:defRPr sz="1800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8243C"/>
                </a:solidFill>
              </a:defRPr>
            </a:pPr>
            <a:r>
              <a:rPr sz="1800" b="0">
                <a:solidFill>
                  <a:srgbClr val="18243C"/>
                </a:solidFill>
              </a:rPr>
              <a:t>Подтверждает наличие и доставку → получает оплаченный заказ → указывает отправление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D91DD14-51C0-447B-B3D2-86428A60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33775"/>
            <a:ext cx="190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ACC22FA-589B-487F-893D-0D44E8AA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4830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18243C"/>
                </a:solidFill>
              </a:defRPr>
            </a:defPPr>
            <a:lvl1pPr algn="l">
              <a:defRPr sz="1725" b="1">
                <a:solidFill>
                  <a:srgbClr val="18243C"/>
                </a:solidFill>
              </a:defRPr>
            </a:lvl1pPr>
            <a:lvl2pPr algn="l">
              <a:defRPr sz="1725" b="1">
                <a:solidFill>
                  <a:srgbClr val="18243C"/>
                </a:solidFill>
              </a:defRPr>
            </a:lvl2pPr>
            <a:lvl3pPr algn="l">
              <a:defRPr sz="1725" b="1">
                <a:solidFill>
                  <a:srgbClr val="18243C"/>
                </a:solidFill>
              </a:defRPr>
            </a:lvl3pPr>
            <a:lvl4pPr algn="l">
              <a:defRPr sz="1725" b="1">
                <a:solidFill>
                  <a:srgbClr val="18243C"/>
                </a:solidFill>
              </a:defRPr>
            </a:lvl4pPr>
            <a:lvl5pPr algn="l">
              <a:defRPr sz="1725" b="1">
                <a:solidFill>
                  <a:srgbClr val="18243C"/>
                </a:solidFill>
              </a:defRPr>
            </a:lvl5pPr>
            <a:lvl6pPr algn="l">
              <a:defRPr sz="1725" b="1">
                <a:solidFill>
                  <a:srgbClr val="18243C"/>
                </a:solidFill>
              </a:defRPr>
            </a:lvl6pPr>
            <a:lvl7pPr algn="l">
              <a:defRPr sz="1725" b="1">
                <a:solidFill>
                  <a:srgbClr val="18243C"/>
                </a:solidFill>
              </a:defRPr>
            </a:lvl7pPr>
            <a:lvl8pPr algn="l">
              <a:defRPr sz="1725" b="1">
                <a:solidFill>
                  <a:srgbClr val="18243C"/>
                </a:solidFill>
              </a:defRPr>
            </a:lvl8pPr>
            <a:lvl9pPr algn="l">
              <a:defRPr sz="172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8243C"/>
                </a:solidFill>
              </a:defRPr>
            </a:pPr>
            <a:r>
              <a:rPr sz="1725" b="1">
                <a:solidFill>
                  <a:srgbClr val="18243C"/>
                </a:solidFill>
              </a:rPr>
              <a:t>Оплата открывается только после подтверждения поставщика.</a:t>
            </a:r>
          </a:p>
        </p:txBody>
      </p:sp>
    </p:spTree>
    <p:extLst>
      <p:ext uri="{BB962C8B-B14F-4D97-AF65-F5344CB8AC3E}">
        <p14:creationId xmlns:p14="http://schemas.microsoft.com/office/powerpoint/2010/main" val="3859941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E20127-6267-4494-BE2B-D9CCF436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72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18243C"/>
                </a:solidFill>
              </a:defRPr>
            </a:defPPr>
            <a:lvl1pPr algn="l">
              <a:defRPr sz="1875" b="1">
                <a:solidFill>
                  <a:srgbClr val="18243C"/>
                </a:solidFill>
              </a:defRPr>
            </a:lvl1pPr>
            <a:lvl2pPr algn="l">
              <a:defRPr sz="1875" b="1">
                <a:solidFill>
                  <a:srgbClr val="18243C"/>
                </a:solidFill>
              </a:defRPr>
            </a:lvl2pPr>
            <a:lvl3pPr algn="l">
              <a:defRPr sz="1875" b="1">
                <a:solidFill>
                  <a:srgbClr val="18243C"/>
                </a:solidFill>
              </a:defRPr>
            </a:lvl3pPr>
            <a:lvl4pPr algn="l">
              <a:defRPr sz="1875" b="1">
                <a:solidFill>
                  <a:srgbClr val="18243C"/>
                </a:solidFill>
              </a:defRPr>
            </a:lvl4pPr>
            <a:lvl5pPr algn="l">
              <a:defRPr sz="1875" b="1">
                <a:solidFill>
                  <a:srgbClr val="18243C"/>
                </a:solidFill>
              </a:defRPr>
            </a:lvl5pPr>
            <a:lvl6pPr algn="l">
              <a:defRPr sz="1875" b="1">
                <a:solidFill>
                  <a:srgbClr val="18243C"/>
                </a:solidFill>
              </a:defRPr>
            </a:lvl6pPr>
            <a:lvl7pPr algn="l">
              <a:defRPr sz="1875" b="1">
                <a:solidFill>
                  <a:srgbClr val="18243C"/>
                </a:solidFill>
              </a:defRPr>
            </a:lvl7pPr>
            <a:lvl8pPr algn="l">
              <a:defRPr sz="1875" b="1">
                <a:solidFill>
                  <a:srgbClr val="18243C"/>
                </a:solidFill>
              </a:defRPr>
            </a:lvl8pPr>
            <a:lvl9pPr algn="l">
              <a:defRPr sz="18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8243C"/>
                </a:solidFill>
              </a:defRPr>
            </a:pPr>
            <a:r>
              <a:rPr sz="1875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935658-9C28-421A-A0F7-FF1E1690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85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285BEB"/>
                </a:solidFill>
              </a:defRPr>
            </a:defPPr>
            <a:lvl1pPr algn="l">
              <a:defRPr sz="1875" b="1">
                <a:solidFill>
                  <a:srgbClr val="285BEB"/>
                </a:solidFill>
              </a:defRPr>
            </a:lvl1pPr>
            <a:lvl2pPr algn="l">
              <a:defRPr sz="1875" b="1">
                <a:solidFill>
                  <a:srgbClr val="285BEB"/>
                </a:solidFill>
              </a:defRPr>
            </a:lvl2pPr>
            <a:lvl3pPr algn="l">
              <a:defRPr sz="1875" b="1">
                <a:solidFill>
                  <a:srgbClr val="285BEB"/>
                </a:solidFill>
              </a:defRPr>
            </a:lvl3pPr>
            <a:lvl4pPr algn="l">
              <a:defRPr sz="1875" b="1">
                <a:solidFill>
                  <a:srgbClr val="285BEB"/>
                </a:solidFill>
              </a:defRPr>
            </a:lvl4pPr>
            <a:lvl5pPr algn="l">
              <a:defRPr sz="1875" b="1">
                <a:solidFill>
                  <a:srgbClr val="285BEB"/>
                </a:solidFill>
              </a:defRPr>
            </a:lvl5pPr>
            <a:lvl6pPr algn="l">
              <a:defRPr sz="1875" b="1">
                <a:solidFill>
                  <a:srgbClr val="285BEB"/>
                </a:solidFill>
              </a:defRPr>
            </a:lvl6pPr>
            <a:lvl7pPr algn="l">
              <a:defRPr sz="1875" b="1">
                <a:solidFill>
                  <a:srgbClr val="285BEB"/>
                </a:solidFill>
              </a:defRPr>
            </a:lvl7pPr>
            <a:lvl8pPr algn="l">
              <a:defRPr sz="1875" b="1">
                <a:solidFill>
                  <a:srgbClr val="285BEB"/>
                </a:solidFill>
              </a:defRPr>
            </a:lvl8pPr>
            <a:lvl9pPr algn="l">
              <a:defRPr sz="18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85BEB"/>
                </a:solidFill>
              </a:defRPr>
            </a:pPr>
            <a:r>
              <a:rPr sz="1875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958CDB-C3E0-43C1-879E-68C1C862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A0EC8F-0B42-4668-9D76-7EA4C0E6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6202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ДРОПШИППЕР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5F24DD-2178-47EE-92DE-1EAF53F8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858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8243C"/>
                </a:solidFill>
              </a:defRPr>
            </a:defPPr>
            <a:lvl1pPr algn="l">
              <a:defRPr sz="2850" b="1">
                <a:solidFill>
                  <a:srgbClr val="18243C"/>
                </a:solidFill>
              </a:defRPr>
            </a:lvl1pPr>
            <a:lvl2pPr algn="l">
              <a:defRPr sz="2850" b="1">
                <a:solidFill>
                  <a:srgbClr val="18243C"/>
                </a:solidFill>
              </a:defRPr>
            </a:lvl2pPr>
            <a:lvl3pPr algn="l">
              <a:defRPr sz="2850" b="1">
                <a:solidFill>
                  <a:srgbClr val="18243C"/>
                </a:solidFill>
              </a:defRPr>
            </a:lvl3pPr>
            <a:lvl4pPr algn="l">
              <a:defRPr sz="2850" b="1">
                <a:solidFill>
                  <a:srgbClr val="18243C"/>
                </a:solidFill>
              </a:defRPr>
            </a:lvl4pPr>
            <a:lvl5pPr algn="l">
              <a:defRPr sz="2850" b="1">
                <a:solidFill>
                  <a:srgbClr val="18243C"/>
                </a:solidFill>
              </a:defRPr>
            </a:lvl5pPr>
            <a:lvl6pPr algn="l">
              <a:defRPr sz="2850" b="1">
                <a:solidFill>
                  <a:srgbClr val="18243C"/>
                </a:solidFill>
              </a:defRPr>
            </a:lvl6pPr>
            <a:lvl7pPr algn="l">
              <a:defRPr sz="2850" b="1">
                <a:solidFill>
                  <a:srgbClr val="18243C"/>
                </a:solidFill>
              </a:defRPr>
            </a:lvl7pPr>
            <a:lvl8pPr algn="l">
              <a:defRPr sz="2850" b="1">
                <a:solidFill>
                  <a:srgbClr val="18243C"/>
                </a:solidFill>
              </a:defRPr>
            </a:lvl8pPr>
            <a:lvl9pPr algn="l"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Каталог предложений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83443A-F752-4025-B1A5-B65CC2AC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21DA95-A3A7-4A10-B979-2EB097AF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0">
                <a:solidFill>
                  <a:srgbClr val="738096"/>
                </a:solidFill>
              </a:defRPr>
            </a:defPPr>
            <a:lvl1pPr algn="r">
              <a:defRPr sz="1050" b="0">
                <a:solidFill>
                  <a:srgbClr val="738096"/>
                </a:solidFill>
              </a:defRPr>
            </a:lvl1pPr>
            <a:lvl2pPr algn="r">
              <a:defRPr sz="1050" b="0">
                <a:solidFill>
                  <a:srgbClr val="738096"/>
                </a:solidFill>
              </a:defRPr>
            </a:lvl2pPr>
            <a:lvl3pPr algn="r">
              <a:defRPr sz="1050" b="0">
                <a:solidFill>
                  <a:srgbClr val="738096"/>
                </a:solidFill>
              </a:defRPr>
            </a:lvl3pPr>
            <a:lvl4pPr algn="r">
              <a:defRPr sz="1050" b="0">
                <a:solidFill>
                  <a:srgbClr val="738096"/>
                </a:solidFill>
              </a:defRPr>
            </a:lvl4pPr>
            <a:lvl5pPr algn="r">
              <a:defRPr sz="1050" b="0">
                <a:solidFill>
                  <a:srgbClr val="738096"/>
                </a:solidFill>
              </a:defRPr>
            </a:lvl5pPr>
            <a:lvl6pPr algn="r">
              <a:defRPr sz="1050" b="0">
                <a:solidFill>
                  <a:srgbClr val="738096"/>
                </a:solidFill>
              </a:defRPr>
            </a:lvl6pPr>
            <a:lvl7pPr algn="r">
              <a:defRPr sz="1050" b="0">
                <a:solidFill>
                  <a:srgbClr val="738096"/>
                </a:solidFill>
              </a:defRPr>
            </a:lvl7pPr>
            <a:lvl8pPr algn="r">
              <a:defRPr sz="1050" b="0">
                <a:solidFill>
                  <a:srgbClr val="738096"/>
                </a:solidFill>
              </a:defRPr>
            </a:lvl8pPr>
            <a:lvl9pPr algn="r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B921F9-3064-47C9-93DC-9C8911814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19325"/>
            <a:ext cx="457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00" b="1">
                <a:solidFill>
                  <a:srgbClr val="285BEB"/>
                </a:solidFill>
              </a:defRPr>
            </a:defPPr>
            <a:lvl1pPr algn="l">
              <a:defRPr sz="2400" b="1">
                <a:solidFill>
                  <a:srgbClr val="285BEB"/>
                </a:solidFill>
              </a:defRPr>
            </a:lvl1pPr>
            <a:lvl2pPr algn="l">
              <a:defRPr sz="2400" b="1">
                <a:solidFill>
                  <a:srgbClr val="285BEB"/>
                </a:solidFill>
              </a:defRPr>
            </a:lvl2pPr>
            <a:lvl3pPr algn="l">
              <a:defRPr sz="2400" b="1">
                <a:solidFill>
                  <a:srgbClr val="285BEB"/>
                </a:solidFill>
              </a:defRPr>
            </a:lvl3pPr>
            <a:lvl4pPr algn="l">
              <a:defRPr sz="2400" b="1">
                <a:solidFill>
                  <a:srgbClr val="285BEB"/>
                </a:solidFill>
              </a:defRPr>
            </a:lvl4pPr>
            <a:lvl5pPr algn="l">
              <a:defRPr sz="2400" b="1">
                <a:solidFill>
                  <a:srgbClr val="285BEB"/>
                </a:solidFill>
              </a:defRPr>
            </a:lvl5pPr>
            <a:lvl6pPr algn="l">
              <a:defRPr sz="2400" b="1">
                <a:solidFill>
                  <a:srgbClr val="285BEB"/>
                </a:solidFill>
              </a:defRPr>
            </a:lvl6pPr>
            <a:lvl7pPr algn="l">
              <a:defRPr sz="2400" b="1">
                <a:solidFill>
                  <a:srgbClr val="285BEB"/>
                </a:solidFill>
              </a:defRPr>
            </a:lvl7pPr>
            <a:lvl8pPr algn="l">
              <a:defRPr sz="2400" b="1">
                <a:solidFill>
                  <a:srgbClr val="285BEB"/>
                </a:solidFill>
              </a:defRPr>
            </a:lvl8pPr>
            <a:lvl9pPr algn="l">
              <a:defRPr sz="240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285BEB"/>
                </a:solidFill>
              </a:defRPr>
            </a:pPr>
            <a:r>
              <a:rPr sz="2400" b="1">
                <a:solidFill>
                  <a:srgbClr val="285BEB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54947E-7904-4389-A00A-8D4326BA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19325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18243C"/>
                </a:solidFill>
              </a:defRPr>
            </a:defPPr>
            <a:lvl1pPr algn="l">
              <a:defRPr sz="2325" b="1">
                <a:solidFill>
                  <a:srgbClr val="18243C"/>
                </a:solidFill>
              </a:defRPr>
            </a:lvl1pPr>
            <a:lvl2pPr algn="l">
              <a:defRPr sz="2325" b="1">
                <a:solidFill>
                  <a:srgbClr val="18243C"/>
                </a:solidFill>
              </a:defRPr>
            </a:lvl2pPr>
            <a:lvl3pPr algn="l">
              <a:defRPr sz="2325" b="1">
                <a:solidFill>
                  <a:srgbClr val="18243C"/>
                </a:solidFill>
              </a:defRPr>
            </a:lvl3pPr>
            <a:lvl4pPr algn="l">
              <a:defRPr sz="2325" b="1">
                <a:solidFill>
                  <a:srgbClr val="18243C"/>
                </a:solidFill>
              </a:defRPr>
            </a:lvl4pPr>
            <a:lvl5pPr algn="l">
              <a:defRPr sz="2325" b="1">
                <a:solidFill>
                  <a:srgbClr val="18243C"/>
                </a:solidFill>
              </a:defRPr>
            </a:lvl5pPr>
            <a:lvl6pPr algn="l">
              <a:defRPr sz="2325" b="1">
                <a:solidFill>
                  <a:srgbClr val="18243C"/>
                </a:solidFill>
              </a:defRPr>
            </a:lvl6pPr>
            <a:lvl7pPr algn="l">
              <a:defRPr sz="2325" b="1">
                <a:solidFill>
                  <a:srgbClr val="18243C"/>
                </a:solidFill>
              </a:defRPr>
            </a:lvl7pPr>
            <a:lvl8pPr algn="l">
              <a:defRPr sz="2325" b="1">
                <a:solidFill>
                  <a:srgbClr val="18243C"/>
                </a:solidFill>
              </a:defRPr>
            </a:lvl8pPr>
            <a:lvl9pPr algn="l">
              <a:defRPr sz="232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8243C"/>
                </a:solidFill>
              </a:defRPr>
            </a:pPr>
            <a:r>
              <a:rPr sz="2325" b="1">
                <a:solidFill>
                  <a:srgbClr val="18243C"/>
                </a:solidFill>
              </a:rPr>
              <a:t>Выбрать товар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C1D25D-6AAA-4E4D-AA05-2719A9D80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24175"/>
            <a:ext cx="4762500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18243C"/>
                </a:solidFill>
              </a:defRPr>
            </a:defPPr>
            <a:lvl1pPr algn="l">
              <a:defRPr sz="1725" b="0">
                <a:solidFill>
                  <a:srgbClr val="18243C"/>
                </a:solidFill>
              </a:defRPr>
            </a:lvl1pPr>
            <a:lvl2pPr algn="l">
              <a:defRPr sz="1725" b="0">
                <a:solidFill>
                  <a:srgbClr val="18243C"/>
                </a:solidFill>
              </a:defRPr>
            </a:lvl2pPr>
            <a:lvl3pPr algn="l">
              <a:defRPr sz="1725" b="0">
                <a:solidFill>
                  <a:srgbClr val="18243C"/>
                </a:solidFill>
              </a:defRPr>
            </a:lvl3pPr>
            <a:lvl4pPr algn="l">
              <a:defRPr sz="1725" b="0">
                <a:solidFill>
                  <a:srgbClr val="18243C"/>
                </a:solidFill>
              </a:defRPr>
            </a:lvl4pPr>
            <a:lvl5pPr algn="l">
              <a:defRPr sz="1725" b="0">
                <a:solidFill>
                  <a:srgbClr val="18243C"/>
                </a:solidFill>
              </a:defRPr>
            </a:lvl5pPr>
            <a:lvl6pPr algn="l">
              <a:defRPr sz="1725" b="0">
                <a:solidFill>
                  <a:srgbClr val="18243C"/>
                </a:solidFill>
              </a:defRPr>
            </a:lvl6pPr>
            <a:lvl7pPr algn="l">
              <a:defRPr sz="1725" b="0">
                <a:solidFill>
                  <a:srgbClr val="18243C"/>
                </a:solidFill>
              </a:defRPr>
            </a:lvl7pPr>
            <a:lvl8pPr algn="l">
              <a:defRPr sz="1725" b="0">
                <a:solidFill>
                  <a:srgbClr val="18243C"/>
                </a:solidFill>
              </a:defRPr>
            </a:lvl8pPr>
            <a:lvl9pPr algn="l"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В общем каталоге видны название, поставщик, цена и доступный остаток. Поиск и фильтры помогают открыть нужное предложение.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378F5F-BA20-421E-A9DB-F624D6A7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10125"/>
            <a:ext cx="1381125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D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5E86EA-B9BF-4220-A32E-D8D454ABA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48225"/>
            <a:ext cx="1190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285BEB"/>
                </a:solidFill>
              </a:defRPr>
            </a:defPPr>
            <a:lvl1pPr algn="l">
              <a:defRPr sz="1200" b="1">
                <a:solidFill>
                  <a:srgbClr val="285BEB"/>
                </a:solidFill>
              </a:defRPr>
            </a:lvl1pPr>
            <a:lvl2pPr algn="l">
              <a:defRPr sz="1200" b="1">
                <a:solidFill>
                  <a:srgbClr val="285BEB"/>
                </a:solidFill>
              </a:defRPr>
            </a:lvl2pPr>
            <a:lvl3pPr algn="l">
              <a:defRPr sz="1200" b="1">
                <a:solidFill>
                  <a:srgbClr val="285BEB"/>
                </a:solidFill>
              </a:defRPr>
            </a:lvl3pPr>
            <a:lvl4pPr algn="l">
              <a:defRPr sz="1200" b="1">
                <a:solidFill>
                  <a:srgbClr val="285BEB"/>
                </a:solidFill>
              </a:defRPr>
            </a:lvl4pPr>
            <a:lvl5pPr algn="l">
              <a:defRPr sz="1200" b="1">
                <a:solidFill>
                  <a:srgbClr val="285BEB"/>
                </a:solidFill>
              </a:defRPr>
            </a:lvl5pPr>
            <a:lvl6pPr algn="l">
              <a:defRPr sz="1200" b="1">
                <a:solidFill>
                  <a:srgbClr val="285BEB"/>
                </a:solidFill>
              </a:defRPr>
            </a:lvl6pPr>
            <a:lvl7pPr algn="l">
              <a:defRPr sz="1200" b="1">
                <a:solidFill>
                  <a:srgbClr val="285BEB"/>
                </a:solidFill>
              </a:defRPr>
            </a:lvl7pPr>
            <a:lvl8pPr algn="l">
              <a:defRPr sz="1200" b="1">
                <a:solidFill>
                  <a:srgbClr val="285BEB"/>
                </a:solidFill>
              </a:defRPr>
            </a:lvl8pPr>
            <a:lvl9pPr algn="l">
              <a:defRPr sz="120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285BEB"/>
                </a:solidFill>
              </a:defRPr>
            </a:pPr>
            <a:r>
              <a:rPr sz="1200" b="1">
                <a:solidFill>
                  <a:srgbClr val="285BEB"/>
                </a:solidFill>
              </a:rPr>
              <a:t>TechSupply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694E5F-348B-40B3-90AF-9DF11820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810125"/>
            <a:ext cx="13525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D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BDD1CD-3D7A-44FA-9205-624F8DFC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48225"/>
            <a:ext cx="11620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285BEB"/>
                </a:solidFill>
              </a:defRPr>
            </a:defPPr>
            <a:lvl1pPr algn="l">
              <a:defRPr sz="1200" b="1">
                <a:solidFill>
                  <a:srgbClr val="285BEB"/>
                </a:solidFill>
              </a:defRPr>
            </a:lvl1pPr>
            <a:lvl2pPr algn="l">
              <a:defRPr sz="1200" b="1">
                <a:solidFill>
                  <a:srgbClr val="285BEB"/>
                </a:solidFill>
              </a:defRPr>
            </a:lvl2pPr>
            <a:lvl3pPr algn="l">
              <a:defRPr sz="1200" b="1">
                <a:solidFill>
                  <a:srgbClr val="285BEB"/>
                </a:solidFill>
              </a:defRPr>
            </a:lvl3pPr>
            <a:lvl4pPr algn="l">
              <a:defRPr sz="1200" b="1">
                <a:solidFill>
                  <a:srgbClr val="285BEB"/>
                </a:solidFill>
              </a:defRPr>
            </a:lvl4pPr>
            <a:lvl5pPr algn="l">
              <a:defRPr sz="1200" b="1">
                <a:solidFill>
                  <a:srgbClr val="285BEB"/>
                </a:solidFill>
              </a:defRPr>
            </a:lvl5pPr>
            <a:lvl6pPr algn="l">
              <a:defRPr sz="1200" b="1">
                <a:solidFill>
                  <a:srgbClr val="285BEB"/>
                </a:solidFill>
              </a:defRPr>
            </a:lvl6pPr>
            <a:lvl7pPr algn="l">
              <a:defRPr sz="1200" b="1">
                <a:solidFill>
                  <a:srgbClr val="285BEB"/>
                </a:solidFill>
              </a:defRPr>
            </a:lvl7pPr>
            <a:lvl8pPr algn="l">
              <a:defRPr sz="1200" b="1">
                <a:solidFill>
                  <a:srgbClr val="285BEB"/>
                </a:solidFill>
              </a:defRPr>
            </a:lvl8pPr>
            <a:lvl9pPr algn="l">
              <a:defRPr sz="120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285BEB"/>
                </a:solidFill>
              </a:defRPr>
            </a:pPr>
            <a:r>
              <a:rPr sz="1200" b="1">
                <a:solidFill>
                  <a:srgbClr val="285BEB"/>
                </a:solidFill>
              </a:rPr>
              <a:t>SKU 100245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A25302-A57D-47CA-B32F-737B035BC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33600"/>
            <a:ext cx="5734050" cy="3657600"/>
          </a:xfrm>
          <a:prstGeom xmlns:a="http://schemas.openxmlformats.org/drawingml/2006/main" prst="roundRect">
            <a:avLst>
              <a:gd name="adj" fmla="val 20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FE6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C10F13-9602-4B14-8EDB-C7679694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295525"/>
            <a:ext cx="5410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60E05F-8AB5-4959-92AC-CACBB669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314575"/>
            <a:ext cx="520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МЕСТО ДЛЯ СКРИНШОТА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F6D92C-8724-4909-9E16-D30EA462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956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18243C"/>
                </a:solidFill>
              </a:defRPr>
            </a:defPPr>
            <a:lvl1pPr algn="l">
              <a:defRPr sz="1950" b="1">
                <a:solidFill>
                  <a:srgbClr val="18243C"/>
                </a:solidFill>
              </a:defRPr>
            </a:lvl1pPr>
            <a:lvl2pPr algn="l">
              <a:defRPr sz="1950" b="1">
                <a:solidFill>
                  <a:srgbClr val="18243C"/>
                </a:solidFill>
              </a:defRPr>
            </a:lvl2pPr>
            <a:lvl3pPr algn="l">
              <a:defRPr sz="1950" b="1">
                <a:solidFill>
                  <a:srgbClr val="18243C"/>
                </a:solidFill>
              </a:defRPr>
            </a:lvl3pPr>
            <a:lvl4pPr algn="l">
              <a:defRPr sz="1950" b="1">
                <a:solidFill>
                  <a:srgbClr val="18243C"/>
                </a:solidFill>
              </a:defRPr>
            </a:lvl4pPr>
            <a:lvl5pPr algn="l">
              <a:defRPr sz="1950" b="1">
                <a:solidFill>
                  <a:srgbClr val="18243C"/>
                </a:solidFill>
              </a:defRPr>
            </a:lvl5pPr>
            <a:lvl6pPr algn="l">
              <a:defRPr sz="1950" b="1">
                <a:solidFill>
                  <a:srgbClr val="18243C"/>
                </a:solidFill>
              </a:defRPr>
            </a:lvl6pPr>
            <a:lvl7pPr algn="l">
              <a:defRPr sz="1950" b="1">
                <a:solidFill>
                  <a:srgbClr val="18243C"/>
                </a:solidFill>
              </a:defRPr>
            </a:lvl7pPr>
            <a:lvl8pPr algn="l">
              <a:defRPr sz="1950" b="1">
                <a:solidFill>
                  <a:srgbClr val="18243C"/>
                </a:solidFill>
              </a:defRPr>
            </a:lvl8pPr>
            <a:lvl9pPr algn="l">
              <a:defRPr sz="19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8243C"/>
                </a:solidFill>
              </a:defRPr>
            </a:pPr>
            <a:r>
              <a:rPr sz="1950" b="1">
                <a:solidFill>
                  <a:srgbClr val="18243C"/>
                </a:solidFill>
              </a:rPr>
              <a:t>Общий каталог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E6D89E-9B3C-47E5-9BCD-0792D71D4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695700"/>
            <a:ext cx="5200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738096"/>
                </a:solidFill>
              </a:defRPr>
            </a:defPPr>
            <a:lvl1pPr algn="l">
              <a:defRPr sz="1500" b="0">
                <a:solidFill>
                  <a:srgbClr val="738096"/>
                </a:solidFill>
              </a:defRPr>
            </a:lvl1pPr>
            <a:lvl2pPr algn="l">
              <a:defRPr sz="1500" b="0">
                <a:solidFill>
                  <a:srgbClr val="738096"/>
                </a:solidFill>
              </a:defRPr>
            </a:lvl2pPr>
            <a:lvl3pPr algn="l">
              <a:defRPr sz="1500" b="0">
                <a:solidFill>
                  <a:srgbClr val="738096"/>
                </a:solidFill>
              </a:defRPr>
            </a:lvl3pPr>
            <a:lvl4pPr algn="l">
              <a:defRPr sz="1500" b="0">
                <a:solidFill>
                  <a:srgbClr val="738096"/>
                </a:solidFill>
              </a:defRPr>
            </a:lvl4pPr>
            <a:lvl5pPr algn="l">
              <a:defRPr sz="1500" b="0">
                <a:solidFill>
                  <a:srgbClr val="738096"/>
                </a:solidFill>
              </a:defRPr>
            </a:lvl5pPr>
            <a:lvl6pPr algn="l">
              <a:defRPr sz="1500" b="0">
                <a:solidFill>
                  <a:srgbClr val="738096"/>
                </a:solidFill>
              </a:defRPr>
            </a:lvl6pPr>
            <a:lvl7pPr algn="l">
              <a:defRPr sz="1500" b="0">
                <a:solidFill>
                  <a:srgbClr val="738096"/>
                </a:solidFill>
              </a:defRPr>
            </a:lvl7pPr>
            <a:lvl8pPr algn="l">
              <a:defRPr sz="1500" b="0">
                <a:solidFill>
                  <a:srgbClr val="738096"/>
                </a:solidFill>
              </a:defRPr>
            </a:lvl8pPr>
            <a:lvl9pPr algn="l">
              <a:defRPr sz="15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738096"/>
                </a:solidFill>
              </a:defRPr>
            </a:pPr>
            <a:r>
              <a:rPr sz="1500" b="0">
                <a:solidFill>
                  <a:srgbClr val="738096"/>
                </a:solidFill>
              </a:rPr>
              <a:t>Откройте роль дропшиппера → «Каталог предложений». В кадре должны быть поиск и строка «Беспроводные наушники» TechSupply.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B2CD03-CDD8-448C-945F-D8A62B5F3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67325"/>
            <a:ext cx="520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738096"/>
                </a:solidFill>
              </a:defRPr>
            </a:defPPr>
            <a:lvl1pPr algn="l">
              <a:defRPr sz="1050" b="0">
                <a:solidFill>
                  <a:srgbClr val="738096"/>
                </a:solidFill>
              </a:defRPr>
            </a:lvl1pPr>
            <a:lvl2pPr algn="l">
              <a:defRPr sz="1050" b="0">
                <a:solidFill>
                  <a:srgbClr val="738096"/>
                </a:solidFill>
              </a:defRPr>
            </a:lvl2pPr>
            <a:lvl3pPr algn="l">
              <a:defRPr sz="1050" b="0">
                <a:solidFill>
                  <a:srgbClr val="738096"/>
                </a:solidFill>
              </a:defRPr>
            </a:lvl3pPr>
            <a:lvl4pPr algn="l">
              <a:defRPr sz="1050" b="0">
                <a:solidFill>
                  <a:srgbClr val="738096"/>
                </a:solidFill>
              </a:defRPr>
            </a:lvl4pPr>
            <a:lvl5pPr algn="l">
              <a:defRPr sz="1050" b="0">
                <a:solidFill>
                  <a:srgbClr val="738096"/>
                </a:solidFill>
              </a:defRPr>
            </a:lvl5pPr>
            <a:lvl6pPr algn="l">
              <a:defRPr sz="1050" b="0">
                <a:solidFill>
                  <a:srgbClr val="738096"/>
                </a:solidFill>
              </a:defRPr>
            </a:lvl6pPr>
            <a:lvl7pPr algn="l">
              <a:defRPr sz="1050" b="0">
                <a:solidFill>
                  <a:srgbClr val="738096"/>
                </a:solidFill>
              </a:defRPr>
            </a:lvl7pPr>
            <a:lvl8pPr algn="l">
              <a:defRPr sz="1050" b="0">
                <a:solidFill>
                  <a:srgbClr val="738096"/>
                </a:solidFill>
              </a:defRPr>
            </a:lvl8pPr>
            <a:lvl9pPr algn="l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Замените этот прямоугольник изображением из HTML-прототипа</a:t>
            </a:r>
          </a:p>
        </p:txBody>
      </p:sp>
    </p:spTree>
    <p:extLst>
      <p:ext uri="{BB962C8B-B14F-4D97-AF65-F5344CB8AC3E}">
        <p14:creationId xmlns:p14="http://schemas.microsoft.com/office/powerpoint/2010/main" val="2953628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3DAFDC-0A29-43E5-A83C-1F9EBBE67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72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18243C"/>
                </a:solidFill>
              </a:defRPr>
            </a:defPPr>
            <a:lvl1pPr algn="l">
              <a:defRPr sz="1875" b="1">
                <a:solidFill>
                  <a:srgbClr val="18243C"/>
                </a:solidFill>
              </a:defRPr>
            </a:lvl1pPr>
            <a:lvl2pPr algn="l">
              <a:defRPr sz="1875" b="1">
                <a:solidFill>
                  <a:srgbClr val="18243C"/>
                </a:solidFill>
              </a:defRPr>
            </a:lvl2pPr>
            <a:lvl3pPr algn="l">
              <a:defRPr sz="1875" b="1">
                <a:solidFill>
                  <a:srgbClr val="18243C"/>
                </a:solidFill>
              </a:defRPr>
            </a:lvl3pPr>
            <a:lvl4pPr algn="l">
              <a:defRPr sz="1875" b="1">
                <a:solidFill>
                  <a:srgbClr val="18243C"/>
                </a:solidFill>
              </a:defRPr>
            </a:lvl4pPr>
            <a:lvl5pPr algn="l">
              <a:defRPr sz="1875" b="1">
                <a:solidFill>
                  <a:srgbClr val="18243C"/>
                </a:solidFill>
              </a:defRPr>
            </a:lvl5pPr>
            <a:lvl6pPr algn="l">
              <a:defRPr sz="1875" b="1">
                <a:solidFill>
                  <a:srgbClr val="18243C"/>
                </a:solidFill>
              </a:defRPr>
            </a:lvl6pPr>
            <a:lvl7pPr algn="l">
              <a:defRPr sz="1875" b="1">
                <a:solidFill>
                  <a:srgbClr val="18243C"/>
                </a:solidFill>
              </a:defRPr>
            </a:lvl7pPr>
            <a:lvl8pPr algn="l">
              <a:defRPr sz="1875" b="1">
                <a:solidFill>
                  <a:srgbClr val="18243C"/>
                </a:solidFill>
              </a:defRPr>
            </a:lvl8pPr>
            <a:lvl9pPr algn="l">
              <a:defRPr sz="18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8243C"/>
                </a:solidFill>
              </a:defRPr>
            </a:pPr>
            <a:r>
              <a:rPr sz="1875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8C3915-E74E-4274-8197-8AB123F7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85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285BEB"/>
                </a:solidFill>
              </a:defRPr>
            </a:defPPr>
            <a:lvl1pPr algn="l">
              <a:defRPr sz="1875" b="1">
                <a:solidFill>
                  <a:srgbClr val="285BEB"/>
                </a:solidFill>
              </a:defRPr>
            </a:lvl1pPr>
            <a:lvl2pPr algn="l">
              <a:defRPr sz="1875" b="1">
                <a:solidFill>
                  <a:srgbClr val="285BEB"/>
                </a:solidFill>
              </a:defRPr>
            </a:lvl2pPr>
            <a:lvl3pPr algn="l">
              <a:defRPr sz="1875" b="1">
                <a:solidFill>
                  <a:srgbClr val="285BEB"/>
                </a:solidFill>
              </a:defRPr>
            </a:lvl3pPr>
            <a:lvl4pPr algn="l">
              <a:defRPr sz="1875" b="1">
                <a:solidFill>
                  <a:srgbClr val="285BEB"/>
                </a:solidFill>
              </a:defRPr>
            </a:lvl4pPr>
            <a:lvl5pPr algn="l">
              <a:defRPr sz="1875" b="1">
                <a:solidFill>
                  <a:srgbClr val="285BEB"/>
                </a:solidFill>
              </a:defRPr>
            </a:lvl5pPr>
            <a:lvl6pPr algn="l">
              <a:defRPr sz="1875" b="1">
                <a:solidFill>
                  <a:srgbClr val="285BEB"/>
                </a:solidFill>
              </a:defRPr>
            </a:lvl6pPr>
            <a:lvl7pPr algn="l">
              <a:defRPr sz="1875" b="1">
                <a:solidFill>
                  <a:srgbClr val="285BEB"/>
                </a:solidFill>
              </a:defRPr>
            </a:lvl7pPr>
            <a:lvl8pPr algn="l">
              <a:defRPr sz="1875" b="1">
                <a:solidFill>
                  <a:srgbClr val="285BEB"/>
                </a:solidFill>
              </a:defRPr>
            </a:lvl8pPr>
            <a:lvl9pPr algn="l">
              <a:defRPr sz="18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85BEB"/>
                </a:solidFill>
              </a:defRPr>
            </a:pPr>
            <a:r>
              <a:rPr sz="1875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901431-9E56-4F62-84BD-99136635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3D2752-F92D-4CAB-9290-C1EEE484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6202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ДРОПШИППЕР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711697-9966-4CB7-AD99-45008AC4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858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8243C"/>
                </a:solidFill>
              </a:defRPr>
            </a:defPPr>
            <a:lvl1pPr algn="l">
              <a:defRPr sz="2850" b="1">
                <a:solidFill>
                  <a:srgbClr val="18243C"/>
                </a:solidFill>
              </a:defRPr>
            </a:lvl1pPr>
            <a:lvl2pPr algn="l">
              <a:defRPr sz="2850" b="1">
                <a:solidFill>
                  <a:srgbClr val="18243C"/>
                </a:solidFill>
              </a:defRPr>
            </a:lvl2pPr>
            <a:lvl3pPr algn="l">
              <a:defRPr sz="2850" b="1">
                <a:solidFill>
                  <a:srgbClr val="18243C"/>
                </a:solidFill>
              </a:defRPr>
            </a:lvl3pPr>
            <a:lvl4pPr algn="l">
              <a:defRPr sz="2850" b="1">
                <a:solidFill>
                  <a:srgbClr val="18243C"/>
                </a:solidFill>
              </a:defRPr>
            </a:lvl4pPr>
            <a:lvl5pPr algn="l">
              <a:defRPr sz="2850" b="1">
                <a:solidFill>
                  <a:srgbClr val="18243C"/>
                </a:solidFill>
              </a:defRPr>
            </a:lvl5pPr>
            <a:lvl6pPr algn="l">
              <a:defRPr sz="2850" b="1">
                <a:solidFill>
                  <a:srgbClr val="18243C"/>
                </a:solidFill>
              </a:defRPr>
            </a:lvl6pPr>
            <a:lvl7pPr algn="l">
              <a:defRPr sz="2850" b="1">
                <a:solidFill>
                  <a:srgbClr val="18243C"/>
                </a:solidFill>
              </a:defRPr>
            </a:lvl7pPr>
            <a:lvl8pPr algn="l">
              <a:defRPr sz="2850" b="1">
                <a:solidFill>
                  <a:srgbClr val="18243C"/>
                </a:solidFill>
              </a:defRPr>
            </a:lvl8pPr>
            <a:lvl9pPr algn="l"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Наценка и личный каталог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369249-F651-4F2F-881A-86E56C4E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158B22-8AA3-451A-A2BA-76E2C0C5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0">
                <a:solidFill>
                  <a:srgbClr val="738096"/>
                </a:solidFill>
              </a:defRPr>
            </a:defPPr>
            <a:lvl1pPr algn="r">
              <a:defRPr sz="1050" b="0">
                <a:solidFill>
                  <a:srgbClr val="738096"/>
                </a:solidFill>
              </a:defRPr>
            </a:lvl1pPr>
            <a:lvl2pPr algn="r">
              <a:defRPr sz="1050" b="0">
                <a:solidFill>
                  <a:srgbClr val="738096"/>
                </a:solidFill>
              </a:defRPr>
            </a:lvl2pPr>
            <a:lvl3pPr algn="r">
              <a:defRPr sz="1050" b="0">
                <a:solidFill>
                  <a:srgbClr val="738096"/>
                </a:solidFill>
              </a:defRPr>
            </a:lvl3pPr>
            <a:lvl4pPr algn="r">
              <a:defRPr sz="1050" b="0">
                <a:solidFill>
                  <a:srgbClr val="738096"/>
                </a:solidFill>
              </a:defRPr>
            </a:lvl4pPr>
            <a:lvl5pPr algn="r">
              <a:defRPr sz="1050" b="0">
                <a:solidFill>
                  <a:srgbClr val="738096"/>
                </a:solidFill>
              </a:defRPr>
            </a:lvl5pPr>
            <a:lvl6pPr algn="r">
              <a:defRPr sz="1050" b="0">
                <a:solidFill>
                  <a:srgbClr val="738096"/>
                </a:solidFill>
              </a:defRPr>
            </a:lvl6pPr>
            <a:lvl7pPr algn="r">
              <a:defRPr sz="1050" b="0">
                <a:solidFill>
                  <a:srgbClr val="738096"/>
                </a:solidFill>
              </a:defRPr>
            </a:lvl7pPr>
            <a:lvl8pPr algn="r">
              <a:defRPr sz="1050" b="0">
                <a:solidFill>
                  <a:srgbClr val="738096"/>
                </a:solidFill>
              </a:defRPr>
            </a:lvl8pPr>
            <a:lvl9pPr algn="r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DF4ABA-7323-4482-9374-C9436E54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19325"/>
            <a:ext cx="457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00" b="1">
                <a:solidFill>
                  <a:srgbClr val="285BEB"/>
                </a:solidFill>
              </a:defRPr>
            </a:defPPr>
            <a:lvl1pPr algn="l">
              <a:defRPr sz="2400" b="1">
                <a:solidFill>
                  <a:srgbClr val="285BEB"/>
                </a:solidFill>
              </a:defRPr>
            </a:lvl1pPr>
            <a:lvl2pPr algn="l">
              <a:defRPr sz="2400" b="1">
                <a:solidFill>
                  <a:srgbClr val="285BEB"/>
                </a:solidFill>
              </a:defRPr>
            </a:lvl2pPr>
            <a:lvl3pPr algn="l">
              <a:defRPr sz="2400" b="1">
                <a:solidFill>
                  <a:srgbClr val="285BEB"/>
                </a:solidFill>
              </a:defRPr>
            </a:lvl3pPr>
            <a:lvl4pPr algn="l">
              <a:defRPr sz="2400" b="1">
                <a:solidFill>
                  <a:srgbClr val="285BEB"/>
                </a:solidFill>
              </a:defRPr>
            </a:lvl4pPr>
            <a:lvl5pPr algn="l">
              <a:defRPr sz="2400" b="1">
                <a:solidFill>
                  <a:srgbClr val="285BEB"/>
                </a:solidFill>
              </a:defRPr>
            </a:lvl5pPr>
            <a:lvl6pPr algn="l">
              <a:defRPr sz="2400" b="1">
                <a:solidFill>
                  <a:srgbClr val="285BEB"/>
                </a:solidFill>
              </a:defRPr>
            </a:lvl6pPr>
            <a:lvl7pPr algn="l">
              <a:defRPr sz="2400" b="1">
                <a:solidFill>
                  <a:srgbClr val="285BEB"/>
                </a:solidFill>
              </a:defRPr>
            </a:lvl7pPr>
            <a:lvl8pPr algn="l">
              <a:defRPr sz="2400" b="1">
                <a:solidFill>
                  <a:srgbClr val="285BEB"/>
                </a:solidFill>
              </a:defRPr>
            </a:lvl8pPr>
            <a:lvl9pPr algn="l">
              <a:defRPr sz="240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285BEB"/>
                </a:solidFill>
              </a:defRPr>
            </a:pPr>
            <a:r>
              <a:rPr sz="2400" b="1">
                <a:solidFill>
                  <a:srgbClr val="285BEB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196914-2CA5-4C4A-9256-33892C756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19325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18243C"/>
                </a:solidFill>
              </a:defRPr>
            </a:defPPr>
            <a:lvl1pPr algn="l">
              <a:defRPr sz="2250" b="1">
                <a:solidFill>
                  <a:srgbClr val="18243C"/>
                </a:solidFill>
              </a:defRPr>
            </a:lvl1pPr>
            <a:lvl2pPr algn="l">
              <a:defRPr sz="2250" b="1">
                <a:solidFill>
                  <a:srgbClr val="18243C"/>
                </a:solidFill>
              </a:defRPr>
            </a:lvl2pPr>
            <a:lvl3pPr algn="l">
              <a:defRPr sz="2250" b="1">
                <a:solidFill>
                  <a:srgbClr val="18243C"/>
                </a:solidFill>
              </a:defRPr>
            </a:lvl3pPr>
            <a:lvl4pPr algn="l">
              <a:defRPr sz="2250" b="1">
                <a:solidFill>
                  <a:srgbClr val="18243C"/>
                </a:solidFill>
              </a:defRPr>
            </a:lvl4pPr>
            <a:lvl5pPr algn="l">
              <a:defRPr sz="2250" b="1">
                <a:solidFill>
                  <a:srgbClr val="18243C"/>
                </a:solidFill>
              </a:defRPr>
            </a:lvl5pPr>
            <a:lvl6pPr algn="l">
              <a:defRPr sz="2250" b="1">
                <a:solidFill>
                  <a:srgbClr val="18243C"/>
                </a:solidFill>
              </a:defRPr>
            </a:lvl6pPr>
            <a:lvl7pPr algn="l">
              <a:defRPr sz="2250" b="1">
                <a:solidFill>
                  <a:srgbClr val="18243C"/>
                </a:solidFill>
              </a:defRPr>
            </a:lvl7pPr>
            <a:lvl8pPr algn="l">
              <a:defRPr sz="2250" b="1">
                <a:solidFill>
                  <a:srgbClr val="18243C"/>
                </a:solidFill>
              </a:defRPr>
            </a:lvl8pPr>
            <a:lvl9pPr algn="l">
              <a:defRPr sz="22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8243C"/>
                </a:solidFill>
              </a:defRPr>
            </a:pPr>
            <a:r>
              <a:rPr sz="2250" b="1">
                <a:solidFill>
                  <a:srgbClr val="18243C"/>
                </a:solidFill>
              </a:rPr>
              <a:t>Сформировать цену продажи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AE3E43-B2E2-4DEC-A842-4260B141A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76575"/>
            <a:ext cx="242887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8243C"/>
                </a:solidFill>
              </a:defRPr>
            </a:defPPr>
            <a:lvl1pPr algn="l">
              <a:defRPr sz="3150" b="1">
                <a:solidFill>
                  <a:srgbClr val="18243C"/>
                </a:solidFill>
              </a:defRPr>
            </a:lvl1pPr>
            <a:lvl2pPr algn="l">
              <a:defRPr sz="3150" b="1">
                <a:solidFill>
                  <a:srgbClr val="18243C"/>
                </a:solidFill>
              </a:defRPr>
            </a:lvl2pPr>
            <a:lvl3pPr algn="l">
              <a:defRPr sz="3150" b="1">
                <a:solidFill>
                  <a:srgbClr val="18243C"/>
                </a:solidFill>
              </a:defRPr>
            </a:lvl3pPr>
            <a:lvl4pPr algn="l">
              <a:defRPr sz="3150" b="1">
                <a:solidFill>
                  <a:srgbClr val="18243C"/>
                </a:solidFill>
              </a:defRPr>
            </a:lvl4pPr>
            <a:lvl5pPr algn="l">
              <a:defRPr sz="3150" b="1">
                <a:solidFill>
                  <a:srgbClr val="18243C"/>
                </a:solidFill>
              </a:defRPr>
            </a:lvl5pPr>
            <a:lvl6pPr algn="l">
              <a:defRPr sz="3150" b="1">
                <a:solidFill>
                  <a:srgbClr val="18243C"/>
                </a:solidFill>
              </a:defRPr>
            </a:lvl6pPr>
            <a:lvl7pPr algn="l">
              <a:defRPr sz="3150" b="1">
                <a:solidFill>
                  <a:srgbClr val="18243C"/>
                </a:solidFill>
              </a:defRPr>
            </a:lvl7pPr>
            <a:lvl8pPr algn="l">
              <a:defRPr sz="3150" b="1">
                <a:solidFill>
                  <a:srgbClr val="18243C"/>
                </a:solidFill>
              </a:defRPr>
            </a:lvl8pPr>
            <a:lvl9pPr algn="l">
              <a:defRPr sz="31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243C"/>
                </a:solidFill>
              </a:defRPr>
            </a:pPr>
            <a:r>
              <a:rPr sz="3150" b="1">
                <a:solidFill>
                  <a:srgbClr val="18243C"/>
                </a:solidFill>
              </a:rPr>
              <a:t>1 890 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73D221-AF9C-4004-A0B0-F01CF2F1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76575"/>
            <a:ext cx="1952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700" b="1">
                <a:solidFill>
                  <a:srgbClr val="285BEB"/>
                </a:solidFill>
              </a:defRPr>
            </a:defPPr>
            <a:lvl1pPr algn="l">
              <a:defRPr sz="2700" b="1">
                <a:solidFill>
                  <a:srgbClr val="285BEB"/>
                </a:solidFill>
              </a:defRPr>
            </a:lvl1pPr>
            <a:lvl2pPr algn="l">
              <a:defRPr sz="2700" b="1">
                <a:solidFill>
                  <a:srgbClr val="285BEB"/>
                </a:solidFill>
              </a:defRPr>
            </a:lvl2pPr>
            <a:lvl3pPr algn="l">
              <a:defRPr sz="2700" b="1">
                <a:solidFill>
                  <a:srgbClr val="285BEB"/>
                </a:solidFill>
              </a:defRPr>
            </a:lvl3pPr>
            <a:lvl4pPr algn="l">
              <a:defRPr sz="2700" b="1">
                <a:solidFill>
                  <a:srgbClr val="285BEB"/>
                </a:solidFill>
              </a:defRPr>
            </a:lvl4pPr>
            <a:lvl5pPr algn="l">
              <a:defRPr sz="2700" b="1">
                <a:solidFill>
                  <a:srgbClr val="285BEB"/>
                </a:solidFill>
              </a:defRPr>
            </a:lvl5pPr>
            <a:lvl6pPr algn="l">
              <a:defRPr sz="2700" b="1">
                <a:solidFill>
                  <a:srgbClr val="285BEB"/>
                </a:solidFill>
              </a:defRPr>
            </a:lvl6pPr>
            <a:lvl7pPr algn="l">
              <a:defRPr sz="2700" b="1">
                <a:solidFill>
                  <a:srgbClr val="285BEB"/>
                </a:solidFill>
              </a:defRPr>
            </a:lvl7pPr>
            <a:lvl8pPr algn="l">
              <a:defRPr sz="2700" b="1">
                <a:solidFill>
                  <a:srgbClr val="285BEB"/>
                </a:solidFill>
              </a:defRPr>
            </a:lvl8pPr>
            <a:lvl9pPr algn="l">
              <a:defRPr sz="270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285BEB"/>
                </a:solidFill>
              </a:defRPr>
            </a:pPr>
            <a:r>
              <a:rPr sz="2700" b="1">
                <a:solidFill>
                  <a:srgbClr val="285BEB"/>
                </a:solidFill>
              </a:rPr>
              <a:t>× 1,25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E4C938-6A96-4420-A47F-E8CF291C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9525"/>
            <a:ext cx="447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9EC906-9AC5-4F3F-9C1F-F8F70915A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71925"/>
            <a:ext cx="447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125" b="1">
                <a:solidFill>
                  <a:srgbClr val="285BEB"/>
                </a:solidFill>
              </a:defRPr>
            </a:defPPr>
            <a:lvl1pPr algn="l">
              <a:defRPr sz="4125" b="1">
                <a:solidFill>
                  <a:srgbClr val="285BEB"/>
                </a:solidFill>
              </a:defRPr>
            </a:lvl1pPr>
            <a:lvl2pPr algn="l">
              <a:defRPr sz="4125" b="1">
                <a:solidFill>
                  <a:srgbClr val="285BEB"/>
                </a:solidFill>
              </a:defRPr>
            </a:lvl2pPr>
            <a:lvl3pPr algn="l">
              <a:defRPr sz="4125" b="1">
                <a:solidFill>
                  <a:srgbClr val="285BEB"/>
                </a:solidFill>
              </a:defRPr>
            </a:lvl3pPr>
            <a:lvl4pPr algn="l">
              <a:defRPr sz="4125" b="1">
                <a:solidFill>
                  <a:srgbClr val="285BEB"/>
                </a:solidFill>
              </a:defRPr>
            </a:lvl4pPr>
            <a:lvl5pPr algn="l">
              <a:defRPr sz="4125" b="1">
                <a:solidFill>
                  <a:srgbClr val="285BEB"/>
                </a:solidFill>
              </a:defRPr>
            </a:lvl5pPr>
            <a:lvl6pPr algn="l">
              <a:defRPr sz="4125" b="1">
                <a:solidFill>
                  <a:srgbClr val="285BEB"/>
                </a:solidFill>
              </a:defRPr>
            </a:lvl6pPr>
            <a:lvl7pPr algn="l">
              <a:defRPr sz="4125" b="1">
                <a:solidFill>
                  <a:srgbClr val="285BEB"/>
                </a:solidFill>
              </a:defRPr>
            </a:lvl7pPr>
            <a:lvl8pPr algn="l">
              <a:defRPr sz="4125" b="1">
                <a:solidFill>
                  <a:srgbClr val="285BEB"/>
                </a:solidFill>
              </a:defRPr>
            </a:lvl8pPr>
            <a:lvl9pPr algn="l">
              <a:defRPr sz="41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285BEB"/>
                </a:solidFill>
              </a:defRPr>
            </a:pPr>
            <a:r>
              <a:rPr sz="4125" b="1">
                <a:solidFill>
                  <a:srgbClr val="285BEB"/>
                </a:solidFill>
              </a:rPr>
              <a:t>2 363 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A754BF-1413-49EA-AFBD-09460C18E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14900"/>
            <a:ext cx="47625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8243C"/>
                </a:solidFill>
              </a:defRPr>
            </a:defPPr>
            <a:lvl1pPr algn="l">
              <a:defRPr sz="1425" b="0">
                <a:solidFill>
                  <a:srgbClr val="18243C"/>
                </a:solidFill>
              </a:defRPr>
            </a:lvl1pPr>
            <a:lvl2pPr algn="l">
              <a:defRPr sz="1425" b="0">
                <a:solidFill>
                  <a:srgbClr val="18243C"/>
                </a:solidFill>
              </a:defRPr>
            </a:lvl2pPr>
            <a:lvl3pPr algn="l">
              <a:defRPr sz="1425" b="0">
                <a:solidFill>
                  <a:srgbClr val="18243C"/>
                </a:solidFill>
              </a:defRPr>
            </a:lvl3pPr>
            <a:lvl4pPr algn="l">
              <a:defRPr sz="1425" b="0">
                <a:solidFill>
                  <a:srgbClr val="18243C"/>
                </a:solidFill>
              </a:defRPr>
            </a:lvl4pPr>
            <a:lvl5pPr algn="l">
              <a:defRPr sz="1425" b="0">
                <a:solidFill>
                  <a:srgbClr val="18243C"/>
                </a:solidFill>
              </a:defRPr>
            </a:lvl5pPr>
            <a:lvl6pPr algn="l">
              <a:defRPr sz="1425" b="0">
                <a:solidFill>
                  <a:srgbClr val="18243C"/>
                </a:solidFill>
              </a:defRPr>
            </a:lvl6pPr>
            <a:lvl7pPr algn="l">
              <a:defRPr sz="1425" b="0">
                <a:solidFill>
                  <a:srgbClr val="18243C"/>
                </a:solidFill>
              </a:defRPr>
            </a:lvl7pPr>
            <a:lvl8pPr algn="l">
              <a:defRPr sz="1425" b="0">
                <a:solidFill>
                  <a:srgbClr val="18243C"/>
                </a:solidFill>
              </a:defRPr>
            </a:lvl8pPr>
            <a:lvl9pPr algn="l">
              <a:defRPr sz="14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8243C"/>
                </a:solidFill>
              </a:defRPr>
            </a:pPr>
            <a:r>
              <a:rPr sz="1425" b="0">
                <a:solidFill>
                  <a:srgbClr val="18243C"/>
                </a:solidFill>
              </a:rPr>
              <a:t>Цена на экране после округления 2 362,50 ₽. Наценка относится к товару дропшиппера и не меняет цену поставщика.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604377-832C-4465-AE15-2E8E2B48E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33600"/>
            <a:ext cx="5734050" cy="3657600"/>
          </a:xfrm>
          <a:prstGeom xmlns:a="http://schemas.openxmlformats.org/drawingml/2006/main" prst="roundRect">
            <a:avLst>
              <a:gd name="adj" fmla="val 20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FE6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C076EE-6EF5-432F-AC82-A5CBFF655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295525"/>
            <a:ext cx="5410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410E9-9F53-461A-9378-C802B218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314575"/>
            <a:ext cx="520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МЕСТО ДЛЯ СКРИНШОТА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48150A-7AE4-462F-ADD3-4CC9C3A6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956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18243C"/>
                </a:solidFill>
              </a:defRPr>
            </a:defPPr>
            <a:lvl1pPr algn="l">
              <a:defRPr sz="1950" b="1">
                <a:solidFill>
                  <a:srgbClr val="18243C"/>
                </a:solidFill>
              </a:defRPr>
            </a:lvl1pPr>
            <a:lvl2pPr algn="l">
              <a:defRPr sz="1950" b="1">
                <a:solidFill>
                  <a:srgbClr val="18243C"/>
                </a:solidFill>
              </a:defRPr>
            </a:lvl2pPr>
            <a:lvl3pPr algn="l">
              <a:defRPr sz="1950" b="1">
                <a:solidFill>
                  <a:srgbClr val="18243C"/>
                </a:solidFill>
              </a:defRPr>
            </a:lvl3pPr>
            <a:lvl4pPr algn="l">
              <a:defRPr sz="1950" b="1">
                <a:solidFill>
                  <a:srgbClr val="18243C"/>
                </a:solidFill>
              </a:defRPr>
            </a:lvl4pPr>
            <a:lvl5pPr algn="l">
              <a:defRPr sz="1950" b="1">
                <a:solidFill>
                  <a:srgbClr val="18243C"/>
                </a:solidFill>
              </a:defRPr>
            </a:lvl5pPr>
            <a:lvl6pPr algn="l">
              <a:defRPr sz="1950" b="1">
                <a:solidFill>
                  <a:srgbClr val="18243C"/>
                </a:solidFill>
              </a:defRPr>
            </a:lvl6pPr>
            <a:lvl7pPr algn="l">
              <a:defRPr sz="1950" b="1">
                <a:solidFill>
                  <a:srgbClr val="18243C"/>
                </a:solidFill>
              </a:defRPr>
            </a:lvl7pPr>
            <a:lvl8pPr algn="l">
              <a:defRPr sz="1950" b="1">
                <a:solidFill>
                  <a:srgbClr val="18243C"/>
                </a:solidFill>
              </a:defRPr>
            </a:lvl8pPr>
            <a:lvl9pPr algn="l">
              <a:defRPr sz="19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8243C"/>
                </a:solidFill>
              </a:defRPr>
            </a:pPr>
            <a:r>
              <a:rPr sz="1950" b="1">
                <a:solidFill>
                  <a:srgbClr val="18243C"/>
                </a:solidFill>
              </a:rPr>
              <a:t>Карточка товара / наценка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BBDF1F-CF7E-47F9-98CF-8DF0A083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695700"/>
            <a:ext cx="5200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738096"/>
                </a:solidFill>
              </a:defRPr>
            </a:defPPr>
            <a:lvl1pPr algn="l">
              <a:defRPr sz="1500" b="0">
                <a:solidFill>
                  <a:srgbClr val="738096"/>
                </a:solidFill>
              </a:defRPr>
            </a:lvl1pPr>
            <a:lvl2pPr algn="l">
              <a:defRPr sz="1500" b="0">
                <a:solidFill>
                  <a:srgbClr val="738096"/>
                </a:solidFill>
              </a:defRPr>
            </a:lvl2pPr>
            <a:lvl3pPr algn="l">
              <a:defRPr sz="1500" b="0">
                <a:solidFill>
                  <a:srgbClr val="738096"/>
                </a:solidFill>
              </a:defRPr>
            </a:lvl3pPr>
            <a:lvl4pPr algn="l">
              <a:defRPr sz="1500" b="0">
                <a:solidFill>
                  <a:srgbClr val="738096"/>
                </a:solidFill>
              </a:defRPr>
            </a:lvl4pPr>
            <a:lvl5pPr algn="l">
              <a:defRPr sz="1500" b="0">
                <a:solidFill>
                  <a:srgbClr val="738096"/>
                </a:solidFill>
              </a:defRPr>
            </a:lvl5pPr>
            <a:lvl6pPr algn="l">
              <a:defRPr sz="1500" b="0">
                <a:solidFill>
                  <a:srgbClr val="738096"/>
                </a:solidFill>
              </a:defRPr>
            </a:lvl6pPr>
            <a:lvl7pPr algn="l">
              <a:defRPr sz="1500" b="0">
                <a:solidFill>
                  <a:srgbClr val="738096"/>
                </a:solidFill>
              </a:defRPr>
            </a:lvl7pPr>
            <a:lvl8pPr algn="l">
              <a:defRPr sz="1500" b="0">
                <a:solidFill>
                  <a:srgbClr val="738096"/>
                </a:solidFill>
              </a:defRPr>
            </a:lvl8pPr>
            <a:lvl9pPr algn="l">
              <a:defRPr sz="15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738096"/>
                </a:solidFill>
              </a:defRPr>
            </a:pPr>
            <a:r>
              <a:rPr sz="1500" b="0">
                <a:solidFill>
                  <a:srgbClr val="738096"/>
                </a:solidFill>
              </a:rPr>
              <a:t>Откройте предложение наушников и модальное окно настройки наценки 25%. Покажите цену поставщика и рассчитанную цену продажи.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1310CA-A217-48AF-B897-C7FC11E1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67325"/>
            <a:ext cx="520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738096"/>
                </a:solidFill>
              </a:defRPr>
            </a:defPPr>
            <a:lvl1pPr algn="l">
              <a:defRPr sz="1050" b="0">
                <a:solidFill>
                  <a:srgbClr val="738096"/>
                </a:solidFill>
              </a:defRPr>
            </a:lvl1pPr>
            <a:lvl2pPr algn="l">
              <a:defRPr sz="1050" b="0">
                <a:solidFill>
                  <a:srgbClr val="738096"/>
                </a:solidFill>
              </a:defRPr>
            </a:lvl2pPr>
            <a:lvl3pPr algn="l">
              <a:defRPr sz="1050" b="0">
                <a:solidFill>
                  <a:srgbClr val="738096"/>
                </a:solidFill>
              </a:defRPr>
            </a:lvl3pPr>
            <a:lvl4pPr algn="l">
              <a:defRPr sz="1050" b="0">
                <a:solidFill>
                  <a:srgbClr val="738096"/>
                </a:solidFill>
              </a:defRPr>
            </a:lvl4pPr>
            <a:lvl5pPr algn="l">
              <a:defRPr sz="1050" b="0">
                <a:solidFill>
                  <a:srgbClr val="738096"/>
                </a:solidFill>
              </a:defRPr>
            </a:lvl5pPr>
            <a:lvl6pPr algn="l">
              <a:defRPr sz="1050" b="0">
                <a:solidFill>
                  <a:srgbClr val="738096"/>
                </a:solidFill>
              </a:defRPr>
            </a:lvl6pPr>
            <a:lvl7pPr algn="l">
              <a:defRPr sz="1050" b="0">
                <a:solidFill>
                  <a:srgbClr val="738096"/>
                </a:solidFill>
              </a:defRPr>
            </a:lvl7pPr>
            <a:lvl8pPr algn="l">
              <a:defRPr sz="1050" b="0">
                <a:solidFill>
                  <a:srgbClr val="738096"/>
                </a:solidFill>
              </a:defRPr>
            </a:lvl8pPr>
            <a:lvl9pPr algn="l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Замените этот прямоугольник изображением из HTML-прототипа</a:t>
            </a:r>
          </a:p>
        </p:txBody>
      </p:sp>
    </p:spTree>
    <p:extLst>
      <p:ext uri="{BB962C8B-B14F-4D97-AF65-F5344CB8AC3E}">
        <p14:creationId xmlns:p14="http://schemas.microsoft.com/office/powerpoint/2010/main" val="4103155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601115-3396-4522-8FA7-85800E73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72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18243C"/>
                </a:solidFill>
              </a:defRPr>
            </a:defPPr>
            <a:lvl1pPr algn="l">
              <a:defRPr sz="1875" b="1">
                <a:solidFill>
                  <a:srgbClr val="18243C"/>
                </a:solidFill>
              </a:defRPr>
            </a:lvl1pPr>
            <a:lvl2pPr algn="l">
              <a:defRPr sz="1875" b="1">
                <a:solidFill>
                  <a:srgbClr val="18243C"/>
                </a:solidFill>
              </a:defRPr>
            </a:lvl2pPr>
            <a:lvl3pPr algn="l">
              <a:defRPr sz="1875" b="1">
                <a:solidFill>
                  <a:srgbClr val="18243C"/>
                </a:solidFill>
              </a:defRPr>
            </a:lvl3pPr>
            <a:lvl4pPr algn="l">
              <a:defRPr sz="1875" b="1">
                <a:solidFill>
                  <a:srgbClr val="18243C"/>
                </a:solidFill>
              </a:defRPr>
            </a:lvl4pPr>
            <a:lvl5pPr algn="l">
              <a:defRPr sz="1875" b="1">
                <a:solidFill>
                  <a:srgbClr val="18243C"/>
                </a:solidFill>
              </a:defRPr>
            </a:lvl5pPr>
            <a:lvl6pPr algn="l">
              <a:defRPr sz="1875" b="1">
                <a:solidFill>
                  <a:srgbClr val="18243C"/>
                </a:solidFill>
              </a:defRPr>
            </a:lvl6pPr>
            <a:lvl7pPr algn="l">
              <a:defRPr sz="1875" b="1">
                <a:solidFill>
                  <a:srgbClr val="18243C"/>
                </a:solidFill>
              </a:defRPr>
            </a:lvl7pPr>
            <a:lvl8pPr algn="l">
              <a:defRPr sz="1875" b="1">
                <a:solidFill>
                  <a:srgbClr val="18243C"/>
                </a:solidFill>
              </a:defRPr>
            </a:lvl8pPr>
            <a:lvl9pPr algn="l">
              <a:defRPr sz="18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8243C"/>
                </a:solidFill>
              </a:defRPr>
            </a:pPr>
            <a:r>
              <a:rPr sz="1875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891B6E-9782-43A0-A695-32B7D356C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85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285BEB"/>
                </a:solidFill>
              </a:defRPr>
            </a:defPPr>
            <a:lvl1pPr algn="l">
              <a:defRPr sz="1875" b="1">
                <a:solidFill>
                  <a:srgbClr val="285BEB"/>
                </a:solidFill>
              </a:defRPr>
            </a:lvl1pPr>
            <a:lvl2pPr algn="l">
              <a:defRPr sz="1875" b="1">
                <a:solidFill>
                  <a:srgbClr val="285BEB"/>
                </a:solidFill>
              </a:defRPr>
            </a:lvl2pPr>
            <a:lvl3pPr algn="l">
              <a:defRPr sz="1875" b="1">
                <a:solidFill>
                  <a:srgbClr val="285BEB"/>
                </a:solidFill>
              </a:defRPr>
            </a:lvl3pPr>
            <a:lvl4pPr algn="l">
              <a:defRPr sz="1875" b="1">
                <a:solidFill>
                  <a:srgbClr val="285BEB"/>
                </a:solidFill>
              </a:defRPr>
            </a:lvl4pPr>
            <a:lvl5pPr algn="l">
              <a:defRPr sz="1875" b="1">
                <a:solidFill>
                  <a:srgbClr val="285BEB"/>
                </a:solidFill>
              </a:defRPr>
            </a:lvl5pPr>
            <a:lvl6pPr algn="l">
              <a:defRPr sz="1875" b="1">
                <a:solidFill>
                  <a:srgbClr val="285BEB"/>
                </a:solidFill>
              </a:defRPr>
            </a:lvl6pPr>
            <a:lvl7pPr algn="l">
              <a:defRPr sz="1875" b="1">
                <a:solidFill>
                  <a:srgbClr val="285BEB"/>
                </a:solidFill>
              </a:defRPr>
            </a:lvl7pPr>
            <a:lvl8pPr algn="l">
              <a:defRPr sz="1875" b="1">
                <a:solidFill>
                  <a:srgbClr val="285BEB"/>
                </a:solidFill>
              </a:defRPr>
            </a:lvl8pPr>
            <a:lvl9pPr algn="l">
              <a:defRPr sz="18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85BEB"/>
                </a:solidFill>
              </a:defRPr>
            </a:pPr>
            <a:r>
              <a:rPr sz="1875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9E0AC8-260B-44BB-96B6-A973FBA8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7B08E-FAD1-4520-B5D7-AE1C8A0BF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6202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ДРОПШИППЕР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D97157-D7E1-4958-AC02-C093EE79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858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8243C"/>
                </a:solidFill>
              </a:defRPr>
            </a:defPPr>
            <a:lvl1pPr algn="l">
              <a:defRPr sz="2850" b="1">
                <a:solidFill>
                  <a:srgbClr val="18243C"/>
                </a:solidFill>
              </a:defRPr>
            </a:lvl1pPr>
            <a:lvl2pPr algn="l">
              <a:defRPr sz="2850" b="1">
                <a:solidFill>
                  <a:srgbClr val="18243C"/>
                </a:solidFill>
              </a:defRPr>
            </a:lvl2pPr>
            <a:lvl3pPr algn="l">
              <a:defRPr sz="2850" b="1">
                <a:solidFill>
                  <a:srgbClr val="18243C"/>
                </a:solidFill>
              </a:defRPr>
            </a:lvl3pPr>
            <a:lvl4pPr algn="l">
              <a:defRPr sz="2850" b="1">
                <a:solidFill>
                  <a:srgbClr val="18243C"/>
                </a:solidFill>
              </a:defRPr>
            </a:lvl4pPr>
            <a:lvl5pPr algn="l">
              <a:defRPr sz="2850" b="1">
                <a:solidFill>
                  <a:srgbClr val="18243C"/>
                </a:solidFill>
              </a:defRPr>
            </a:lvl5pPr>
            <a:lvl6pPr algn="l">
              <a:defRPr sz="2850" b="1">
                <a:solidFill>
                  <a:srgbClr val="18243C"/>
                </a:solidFill>
              </a:defRPr>
            </a:lvl6pPr>
            <a:lvl7pPr algn="l">
              <a:defRPr sz="2850" b="1">
                <a:solidFill>
                  <a:srgbClr val="18243C"/>
                </a:solidFill>
              </a:defRPr>
            </a:lvl7pPr>
            <a:lvl8pPr algn="l">
              <a:defRPr sz="2850" b="1">
                <a:solidFill>
                  <a:srgbClr val="18243C"/>
                </a:solidFill>
              </a:defRPr>
            </a:lvl8pPr>
            <a:lvl9pPr algn="l"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Оформление заказа DC-0101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7DB630-3205-4685-B067-E499CC380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EF8580-60F0-4A78-A405-2E3AE091A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0">
                <a:solidFill>
                  <a:srgbClr val="738096"/>
                </a:solidFill>
              </a:defRPr>
            </a:defPPr>
            <a:lvl1pPr algn="r">
              <a:defRPr sz="1050" b="0">
                <a:solidFill>
                  <a:srgbClr val="738096"/>
                </a:solidFill>
              </a:defRPr>
            </a:lvl1pPr>
            <a:lvl2pPr algn="r">
              <a:defRPr sz="1050" b="0">
                <a:solidFill>
                  <a:srgbClr val="738096"/>
                </a:solidFill>
              </a:defRPr>
            </a:lvl2pPr>
            <a:lvl3pPr algn="r">
              <a:defRPr sz="1050" b="0">
                <a:solidFill>
                  <a:srgbClr val="738096"/>
                </a:solidFill>
              </a:defRPr>
            </a:lvl3pPr>
            <a:lvl4pPr algn="r">
              <a:defRPr sz="1050" b="0">
                <a:solidFill>
                  <a:srgbClr val="738096"/>
                </a:solidFill>
              </a:defRPr>
            </a:lvl4pPr>
            <a:lvl5pPr algn="r">
              <a:defRPr sz="1050" b="0">
                <a:solidFill>
                  <a:srgbClr val="738096"/>
                </a:solidFill>
              </a:defRPr>
            </a:lvl5pPr>
            <a:lvl6pPr algn="r">
              <a:defRPr sz="1050" b="0">
                <a:solidFill>
                  <a:srgbClr val="738096"/>
                </a:solidFill>
              </a:defRPr>
            </a:lvl6pPr>
            <a:lvl7pPr algn="r">
              <a:defRPr sz="1050" b="0">
                <a:solidFill>
                  <a:srgbClr val="738096"/>
                </a:solidFill>
              </a:defRPr>
            </a:lvl7pPr>
            <a:lvl8pPr algn="r">
              <a:defRPr sz="1050" b="0">
                <a:solidFill>
                  <a:srgbClr val="738096"/>
                </a:solidFill>
              </a:defRPr>
            </a:lvl8pPr>
            <a:lvl9pPr algn="r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0A5AFB-7BBE-4C8A-88E4-5F1EDD10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19325"/>
            <a:ext cx="457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00" b="1">
                <a:solidFill>
                  <a:srgbClr val="285BEB"/>
                </a:solidFill>
              </a:defRPr>
            </a:defPPr>
            <a:lvl1pPr algn="l">
              <a:defRPr sz="2400" b="1">
                <a:solidFill>
                  <a:srgbClr val="285BEB"/>
                </a:solidFill>
              </a:defRPr>
            </a:lvl1pPr>
            <a:lvl2pPr algn="l">
              <a:defRPr sz="2400" b="1">
                <a:solidFill>
                  <a:srgbClr val="285BEB"/>
                </a:solidFill>
              </a:defRPr>
            </a:lvl2pPr>
            <a:lvl3pPr algn="l">
              <a:defRPr sz="2400" b="1">
                <a:solidFill>
                  <a:srgbClr val="285BEB"/>
                </a:solidFill>
              </a:defRPr>
            </a:lvl3pPr>
            <a:lvl4pPr algn="l">
              <a:defRPr sz="2400" b="1">
                <a:solidFill>
                  <a:srgbClr val="285BEB"/>
                </a:solidFill>
              </a:defRPr>
            </a:lvl4pPr>
            <a:lvl5pPr algn="l">
              <a:defRPr sz="2400" b="1">
                <a:solidFill>
                  <a:srgbClr val="285BEB"/>
                </a:solidFill>
              </a:defRPr>
            </a:lvl5pPr>
            <a:lvl6pPr algn="l">
              <a:defRPr sz="2400" b="1">
                <a:solidFill>
                  <a:srgbClr val="285BEB"/>
                </a:solidFill>
              </a:defRPr>
            </a:lvl6pPr>
            <a:lvl7pPr algn="l">
              <a:defRPr sz="2400" b="1">
                <a:solidFill>
                  <a:srgbClr val="285BEB"/>
                </a:solidFill>
              </a:defRPr>
            </a:lvl7pPr>
            <a:lvl8pPr algn="l">
              <a:defRPr sz="2400" b="1">
                <a:solidFill>
                  <a:srgbClr val="285BEB"/>
                </a:solidFill>
              </a:defRPr>
            </a:lvl8pPr>
            <a:lvl9pPr algn="l">
              <a:defRPr sz="240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285BEB"/>
                </a:solidFill>
              </a:defRPr>
            </a:pPr>
            <a:r>
              <a:rPr sz="2400" b="1">
                <a:solidFill>
                  <a:srgbClr val="285BEB"/>
                </a:solidFill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8A72C-C0DF-43C7-BF01-9B602D6F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19325"/>
            <a:ext cx="4524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18243C"/>
                </a:solidFill>
              </a:defRPr>
            </a:defPPr>
            <a:lvl1pPr algn="l">
              <a:defRPr sz="2175" b="1">
                <a:solidFill>
                  <a:srgbClr val="18243C"/>
                </a:solidFill>
              </a:defRPr>
            </a:lvl1pPr>
            <a:lvl2pPr algn="l">
              <a:defRPr sz="2175" b="1">
                <a:solidFill>
                  <a:srgbClr val="18243C"/>
                </a:solidFill>
              </a:defRPr>
            </a:lvl2pPr>
            <a:lvl3pPr algn="l">
              <a:defRPr sz="2175" b="1">
                <a:solidFill>
                  <a:srgbClr val="18243C"/>
                </a:solidFill>
              </a:defRPr>
            </a:lvl3pPr>
            <a:lvl4pPr algn="l">
              <a:defRPr sz="2175" b="1">
                <a:solidFill>
                  <a:srgbClr val="18243C"/>
                </a:solidFill>
              </a:defRPr>
            </a:lvl4pPr>
            <a:lvl5pPr algn="l">
              <a:defRPr sz="2175" b="1">
                <a:solidFill>
                  <a:srgbClr val="18243C"/>
                </a:solidFill>
              </a:defRPr>
            </a:lvl5pPr>
            <a:lvl6pPr algn="l">
              <a:defRPr sz="2175" b="1">
                <a:solidFill>
                  <a:srgbClr val="18243C"/>
                </a:solidFill>
              </a:defRPr>
            </a:lvl6pPr>
            <a:lvl7pPr algn="l">
              <a:defRPr sz="2175" b="1">
                <a:solidFill>
                  <a:srgbClr val="18243C"/>
                </a:solidFill>
              </a:defRPr>
            </a:lvl7pPr>
            <a:lvl8pPr algn="l">
              <a:defRPr sz="2175" b="1">
                <a:solidFill>
                  <a:srgbClr val="18243C"/>
                </a:solidFill>
              </a:defRPr>
            </a:lvl8pPr>
            <a:lvl9pPr algn="l">
              <a:defRPr sz="21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8243C"/>
                </a:solidFill>
              </a:defRPr>
            </a:pPr>
            <a:r>
              <a:rPr sz="2175" b="1">
                <a:solidFill>
                  <a:srgbClr val="18243C"/>
                </a:solidFill>
              </a:rPr>
              <a:t>Передать заказ поставщику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C844AE-C916-4B19-B863-3E64D5E6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43225"/>
            <a:ext cx="4762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18243C"/>
                </a:solidFill>
              </a:defRPr>
            </a:defPPr>
            <a:lvl1pPr algn="l">
              <a:defRPr sz="1725" b="0">
                <a:solidFill>
                  <a:srgbClr val="18243C"/>
                </a:solidFill>
              </a:defRPr>
            </a:lvl1pPr>
            <a:lvl2pPr algn="l">
              <a:defRPr sz="1725" b="0">
                <a:solidFill>
                  <a:srgbClr val="18243C"/>
                </a:solidFill>
              </a:defRPr>
            </a:lvl2pPr>
            <a:lvl3pPr algn="l">
              <a:defRPr sz="1725" b="0">
                <a:solidFill>
                  <a:srgbClr val="18243C"/>
                </a:solidFill>
              </a:defRPr>
            </a:lvl3pPr>
            <a:lvl4pPr algn="l">
              <a:defRPr sz="1725" b="0">
                <a:solidFill>
                  <a:srgbClr val="18243C"/>
                </a:solidFill>
              </a:defRPr>
            </a:lvl4pPr>
            <a:lvl5pPr algn="l">
              <a:defRPr sz="1725" b="0">
                <a:solidFill>
                  <a:srgbClr val="18243C"/>
                </a:solidFill>
              </a:defRPr>
            </a:lvl5pPr>
            <a:lvl6pPr algn="l">
              <a:defRPr sz="1725" b="0">
                <a:solidFill>
                  <a:srgbClr val="18243C"/>
                </a:solidFill>
              </a:defRPr>
            </a:lvl6pPr>
            <a:lvl7pPr algn="l">
              <a:defRPr sz="1725" b="0">
                <a:solidFill>
                  <a:srgbClr val="18243C"/>
                </a:solidFill>
              </a:defRPr>
            </a:lvl7pPr>
            <a:lvl8pPr algn="l">
              <a:defRPr sz="1725" b="0">
                <a:solidFill>
                  <a:srgbClr val="18243C"/>
                </a:solidFill>
              </a:defRPr>
            </a:lvl8pPr>
            <a:lvl9pPr algn="l"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Один заказ – один поставщик. Дропшиппер указывает количество и получателя. После отправки заказ получает номер DC-0101.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EB9E45-DBA6-4168-8E85-F94A6FF20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76775"/>
            <a:ext cx="4667250" cy="752475"/>
          </a:xfrm>
          <a:prstGeom xmlns:a="http://schemas.openxmlformats.org/drawingml/2006/main" prst="roundRect">
            <a:avLst>
              <a:gd name="adj" fmla="val 10127"/>
            </a:avLst>
          </a:prstGeom>
          <a:solidFill xmlns:a="http://schemas.openxmlformats.org/drawingml/2006/main">
            <a:srgbClr val="FFF4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AECF67-2835-488A-9BF6-E87B83C8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10125"/>
            <a:ext cx="4238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B57410"/>
                </a:solidFill>
              </a:defRPr>
            </a:defPPr>
            <a:lvl1pPr algn="l">
              <a:defRPr sz="1650" b="1">
                <a:solidFill>
                  <a:srgbClr val="B57410"/>
                </a:solidFill>
              </a:defRPr>
            </a:lvl1pPr>
            <a:lvl2pPr algn="l">
              <a:defRPr sz="1650" b="1">
                <a:solidFill>
                  <a:srgbClr val="B57410"/>
                </a:solidFill>
              </a:defRPr>
            </a:lvl2pPr>
            <a:lvl3pPr algn="l">
              <a:defRPr sz="1650" b="1">
                <a:solidFill>
                  <a:srgbClr val="B57410"/>
                </a:solidFill>
              </a:defRPr>
            </a:lvl3pPr>
            <a:lvl4pPr algn="l">
              <a:defRPr sz="1650" b="1">
                <a:solidFill>
                  <a:srgbClr val="B57410"/>
                </a:solidFill>
              </a:defRPr>
            </a:lvl4pPr>
            <a:lvl5pPr algn="l">
              <a:defRPr sz="1650" b="1">
                <a:solidFill>
                  <a:srgbClr val="B57410"/>
                </a:solidFill>
              </a:defRPr>
            </a:lvl5pPr>
            <a:lvl6pPr algn="l">
              <a:defRPr sz="1650" b="1">
                <a:solidFill>
                  <a:srgbClr val="B57410"/>
                </a:solidFill>
              </a:defRPr>
            </a:lvl6pPr>
            <a:lvl7pPr algn="l">
              <a:defRPr sz="1650" b="1">
                <a:solidFill>
                  <a:srgbClr val="B57410"/>
                </a:solidFill>
              </a:defRPr>
            </a:lvl7pPr>
            <a:lvl8pPr algn="l">
              <a:defRPr sz="1650" b="1">
                <a:solidFill>
                  <a:srgbClr val="B57410"/>
                </a:solidFill>
              </a:defRPr>
            </a:lvl8pPr>
            <a:lvl9pPr algn="l">
              <a:defRPr sz="1650" b="1">
                <a:solidFill>
                  <a:srgbClr val="B57410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B57410"/>
                </a:solidFill>
              </a:defRPr>
            </a:pPr>
            <a:r>
              <a:rPr sz="1650" b="1">
                <a:solidFill>
                  <a:srgbClr val="B57410"/>
                </a:solidFill>
              </a:rPr>
              <a:t>Ожидает подтверждения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AA556D-A2D6-411B-A23A-EBB3C268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43500"/>
            <a:ext cx="423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B57410"/>
                </a:solidFill>
              </a:defRPr>
            </a:defPPr>
            <a:lvl1pPr algn="l">
              <a:defRPr sz="1200" b="0">
                <a:solidFill>
                  <a:srgbClr val="B57410"/>
                </a:solidFill>
              </a:defRPr>
            </a:lvl1pPr>
            <a:lvl2pPr algn="l">
              <a:defRPr sz="1200" b="0">
                <a:solidFill>
                  <a:srgbClr val="B57410"/>
                </a:solidFill>
              </a:defRPr>
            </a:lvl2pPr>
            <a:lvl3pPr algn="l">
              <a:defRPr sz="1200" b="0">
                <a:solidFill>
                  <a:srgbClr val="B57410"/>
                </a:solidFill>
              </a:defRPr>
            </a:lvl3pPr>
            <a:lvl4pPr algn="l">
              <a:defRPr sz="1200" b="0">
                <a:solidFill>
                  <a:srgbClr val="B57410"/>
                </a:solidFill>
              </a:defRPr>
            </a:lvl4pPr>
            <a:lvl5pPr algn="l">
              <a:defRPr sz="1200" b="0">
                <a:solidFill>
                  <a:srgbClr val="B57410"/>
                </a:solidFill>
              </a:defRPr>
            </a:lvl5pPr>
            <a:lvl6pPr algn="l">
              <a:defRPr sz="1200" b="0">
                <a:solidFill>
                  <a:srgbClr val="B57410"/>
                </a:solidFill>
              </a:defRPr>
            </a:lvl6pPr>
            <a:lvl7pPr algn="l">
              <a:defRPr sz="1200" b="0">
                <a:solidFill>
                  <a:srgbClr val="B57410"/>
                </a:solidFill>
              </a:defRPr>
            </a:lvl7pPr>
            <a:lvl8pPr algn="l">
              <a:defRPr sz="1200" b="0">
                <a:solidFill>
                  <a:srgbClr val="B57410"/>
                </a:solidFill>
              </a:defRPr>
            </a:lvl8pPr>
            <a:lvl9pPr algn="l">
              <a:defRPr sz="1200" b="0">
                <a:solidFill>
                  <a:srgbClr val="B57410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B57410"/>
                </a:solidFill>
              </a:defRPr>
            </a:pPr>
            <a:r>
              <a:rPr sz="1200" b="0">
                <a:solidFill>
                  <a:srgbClr val="B57410"/>
                </a:solidFill>
              </a:rPr>
              <a:t>Доставка ещё не рассчитана, оплата недоступна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D25341-725F-48BE-A9DF-18877ED9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33600"/>
            <a:ext cx="5734050" cy="3657600"/>
          </a:xfrm>
          <a:prstGeom xmlns:a="http://schemas.openxmlformats.org/drawingml/2006/main" prst="roundRect">
            <a:avLst>
              <a:gd name="adj" fmla="val 20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FE6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4448CB-6E26-4AE6-9D3D-7F3130C5D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295525"/>
            <a:ext cx="5410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A33583-F823-4F91-AF50-B91C5D22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314575"/>
            <a:ext cx="520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МЕСТО ДЛЯ СКРИНШОТА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3B88BC-6981-429E-B1AC-45ADD3AC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956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18243C"/>
                </a:solidFill>
              </a:defRPr>
            </a:defPPr>
            <a:lvl1pPr algn="l">
              <a:defRPr sz="1950" b="1">
                <a:solidFill>
                  <a:srgbClr val="18243C"/>
                </a:solidFill>
              </a:defRPr>
            </a:lvl1pPr>
            <a:lvl2pPr algn="l">
              <a:defRPr sz="1950" b="1">
                <a:solidFill>
                  <a:srgbClr val="18243C"/>
                </a:solidFill>
              </a:defRPr>
            </a:lvl2pPr>
            <a:lvl3pPr algn="l">
              <a:defRPr sz="1950" b="1">
                <a:solidFill>
                  <a:srgbClr val="18243C"/>
                </a:solidFill>
              </a:defRPr>
            </a:lvl3pPr>
            <a:lvl4pPr algn="l">
              <a:defRPr sz="1950" b="1">
                <a:solidFill>
                  <a:srgbClr val="18243C"/>
                </a:solidFill>
              </a:defRPr>
            </a:lvl4pPr>
            <a:lvl5pPr algn="l">
              <a:defRPr sz="1950" b="1">
                <a:solidFill>
                  <a:srgbClr val="18243C"/>
                </a:solidFill>
              </a:defRPr>
            </a:lvl5pPr>
            <a:lvl6pPr algn="l">
              <a:defRPr sz="1950" b="1">
                <a:solidFill>
                  <a:srgbClr val="18243C"/>
                </a:solidFill>
              </a:defRPr>
            </a:lvl6pPr>
            <a:lvl7pPr algn="l">
              <a:defRPr sz="1950" b="1">
                <a:solidFill>
                  <a:srgbClr val="18243C"/>
                </a:solidFill>
              </a:defRPr>
            </a:lvl7pPr>
            <a:lvl8pPr algn="l">
              <a:defRPr sz="1950" b="1">
                <a:solidFill>
                  <a:srgbClr val="18243C"/>
                </a:solidFill>
              </a:defRPr>
            </a:lvl8pPr>
            <a:lvl9pPr algn="l">
              <a:defRPr sz="19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8243C"/>
                </a:solidFill>
              </a:defRPr>
            </a:pPr>
            <a:r>
              <a:rPr sz="1950" b="1">
                <a:solidFill>
                  <a:srgbClr val="18243C"/>
                </a:solidFill>
              </a:rPr>
              <a:t>Заказ DC-0101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92F7E3-5B60-4677-890B-5356CC93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695700"/>
            <a:ext cx="5200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738096"/>
                </a:solidFill>
              </a:defRPr>
            </a:defPPr>
            <a:lvl1pPr algn="l">
              <a:defRPr sz="1500" b="0">
                <a:solidFill>
                  <a:srgbClr val="738096"/>
                </a:solidFill>
              </a:defRPr>
            </a:lvl1pPr>
            <a:lvl2pPr algn="l">
              <a:defRPr sz="1500" b="0">
                <a:solidFill>
                  <a:srgbClr val="738096"/>
                </a:solidFill>
              </a:defRPr>
            </a:lvl2pPr>
            <a:lvl3pPr algn="l">
              <a:defRPr sz="1500" b="0">
                <a:solidFill>
                  <a:srgbClr val="738096"/>
                </a:solidFill>
              </a:defRPr>
            </a:lvl3pPr>
            <a:lvl4pPr algn="l">
              <a:defRPr sz="1500" b="0">
                <a:solidFill>
                  <a:srgbClr val="738096"/>
                </a:solidFill>
              </a:defRPr>
            </a:lvl4pPr>
            <a:lvl5pPr algn="l">
              <a:defRPr sz="1500" b="0">
                <a:solidFill>
                  <a:srgbClr val="738096"/>
                </a:solidFill>
              </a:defRPr>
            </a:lvl5pPr>
            <a:lvl6pPr algn="l">
              <a:defRPr sz="1500" b="0">
                <a:solidFill>
                  <a:srgbClr val="738096"/>
                </a:solidFill>
              </a:defRPr>
            </a:lvl6pPr>
            <a:lvl7pPr algn="l">
              <a:defRPr sz="1500" b="0">
                <a:solidFill>
                  <a:srgbClr val="738096"/>
                </a:solidFill>
              </a:defRPr>
            </a:lvl7pPr>
            <a:lvl8pPr algn="l">
              <a:defRPr sz="1500" b="0">
                <a:solidFill>
                  <a:srgbClr val="738096"/>
                </a:solidFill>
              </a:defRPr>
            </a:lvl8pPr>
            <a:lvl9pPr algn="l">
              <a:defRPr sz="15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738096"/>
                </a:solidFill>
              </a:defRPr>
            </a:pPr>
            <a:r>
              <a:rPr sz="1500" b="0">
                <a:solidFill>
                  <a:srgbClr val="738096"/>
                </a:solidFill>
              </a:rPr>
              <a:t>Откройте список или карточку заказа дропшиппера. В кадре должны быть номер DC-0101 и состояние до подтверждения поставщика.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D1ACA3-09D4-4150-B70B-948B46B22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67325"/>
            <a:ext cx="520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738096"/>
                </a:solidFill>
              </a:defRPr>
            </a:defPPr>
            <a:lvl1pPr algn="l">
              <a:defRPr sz="1050" b="0">
                <a:solidFill>
                  <a:srgbClr val="738096"/>
                </a:solidFill>
              </a:defRPr>
            </a:lvl1pPr>
            <a:lvl2pPr algn="l">
              <a:defRPr sz="1050" b="0">
                <a:solidFill>
                  <a:srgbClr val="738096"/>
                </a:solidFill>
              </a:defRPr>
            </a:lvl2pPr>
            <a:lvl3pPr algn="l">
              <a:defRPr sz="1050" b="0">
                <a:solidFill>
                  <a:srgbClr val="738096"/>
                </a:solidFill>
              </a:defRPr>
            </a:lvl3pPr>
            <a:lvl4pPr algn="l">
              <a:defRPr sz="1050" b="0">
                <a:solidFill>
                  <a:srgbClr val="738096"/>
                </a:solidFill>
              </a:defRPr>
            </a:lvl4pPr>
            <a:lvl5pPr algn="l">
              <a:defRPr sz="1050" b="0">
                <a:solidFill>
                  <a:srgbClr val="738096"/>
                </a:solidFill>
              </a:defRPr>
            </a:lvl5pPr>
            <a:lvl6pPr algn="l">
              <a:defRPr sz="1050" b="0">
                <a:solidFill>
                  <a:srgbClr val="738096"/>
                </a:solidFill>
              </a:defRPr>
            </a:lvl6pPr>
            <a:lvl7pPr algn="l">
              <a:defRPr sz="1050" b="0">
                <a:solidFill>
                  <a:srgbClr val="738096"/>
                </a:solidFill>
              </a:defRPr>
            </a:lvl7pPr>
            <a:lvl8pPr algn="l">
              <a:defRPr sz="1050" b="0">
                <a:solidFill>
                  <a:srgbClr val="738096"/>
                </a:solidFill>
              </a:defRPr>
            </a:lvl8pPr>
            <a:lvl9pPr algn="l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Замените этот прямоугольник изображением из HTML-прототипа</a:t>
            </a:r>
          </a:p>
        </p:txBody>
      </p:sp>
    </p:spTree>
    <p:extLst>
      <p:ext uri="{BB962C8B-B14F-4D97-AF65-F5344CB8AC3E}">
        <p14:creationId xmlns:p14="http://schemas.microsoft.com/office/powerpoint/2010/main" val="16175548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9176DB-039C-4F28-9A8C-12C8FC7E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72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18243C"/>
                </a:solidFill>
              </a:defRPr>
            </a:defPPr>
            <a:lvl1pPr algn="l">
              <a:defRPr sz="1875" b="1">
                <a:solidFill>
                  <a:srgbClr val="18243C"/>
                </a:solidFill>
              </a:defRPr>
            </a:lvl1pPr>
            <a:lvl2pPr algn="l">
              <a:defRPr sz="1875" b="1">
                <a:solidFill>
                  <a:srgbClr val="18243C"/>
                </a:solidFill>
              </a:defRPr>
            </a:lvl2pPr>
            <a:lvl3pPr algn="l">
              <a:defRPr sz="1875" b="1">
                <a:solidFill>
                  <a:srgbClr val="18243C"/>
                </a:solidFill>
              </a:defRPr>
            </a:lvl3pPr>
            <a:lvl4pPr algn="l">
              <a:defRPr sz="1875" b="1">
                <a:solidFill>
                  <a:srgbClr val="18243C"/>
                </a:solidFill>
              </a:defRPr>
            </a:lvl4pPr>
            <a:lvl5pPr algn="l">
              <a:defRPr sz="1875" b="1">
                <a:solidFill>
                  <a:srgbClr val="18243C"/>
                </a:solidFill>
              </a:defRPr>
            </a:lvl5pPr>
            <a:lvl6pPr algn="l">
              <a:defRPr sz="1875" b="1">
                <a:solidFill>
                  <a:srgbClr val="18243C"/>
                </a:solidFill>
              </a:defRPr>
            </a:lvl6pPr>
            <a:lvl7pPr algn="l">
              <a:defRPr sz="1875" b="1">
                <a:solidFill>
                  <a:srgbClr val="18243C"/>
                </a:solidFill>
              </a:defRPr>
            </a:lvl7pPr>
            <a:lvl8pPr algn="l">
              <a:defRPr sz="1875" b="1">
                <a:solidFill>
                  <a:srgbClr val="18243C"/>
                </a:solidFill>
              </a:defRPr>
            </a:lvl8pPr>
            <a:lvl9pPr algn="l">
              <a:defRPr sz="18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8243C"/>
                </a:solidFill>
              </a:defRPr>
            </a:pPr>
            <a:r>
              <a:rPr sz="1875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8075C4-67B1-463A-B42E-FD2C0FC25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85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285BEB"/>
                </a:solidFill>
              </a:defRPr>
            </a:defPPr>
            <a:lvl1pPr algn="l">
              <a:defRPr sz="1875" b="1">
                <a:solidFill>
                  <a:srgbClr val="285BEB"/>
                </a:solidFill>
              </a:defRPr>
            </a:lvl1pPr>
            <a:lvl2pPr algn="l">
              <a:defRPr sz="1875" b="1">
                <a:solidFill>
                  <a:srgbClr val="285BEB"/>
                </a:solidFill>
              </a:defRPr>
            </a:lvl2pPr>
            <a:lvl3pPr algn="l">
              <a:defRPr sz="1875" b="1">
                <a:solidFill>
                  <a:srgbClr val="285BEB"/>
                </a:solidFill>
              </a:defRPr>
            </a:lvl3pPr>
            <a:lvl4pPr algn="l">
              <a:defRPr sz="1875" b="1">
                <a:solidFill>
                  <a:srgbClr val="285BEB"/>
                </a:solidFill>
              </a:defRPr>
            </a:lvl4pPr>
            <a:lvl5pPr algn="l">
              <a:defRPr sz="1875" b="1">
                <a:solidFill>
                  <a:srgbClr val="285BEB"/>
                </a:solidFill>
              </a:defRPr>
            </a:lvl5pPr>
            <a:lvl6pPr algn="l">
              <a:defRPr sz="1875" b="1">
                <a:solidFill>
                  <a:srgbClr val="285BEB"/>
                </a:solidFill>
              </a:defRPr>
            </a:lvl6pPr>
            <a:lvl7pPr algn="l">
              <a:defRPr sz="1875" b="1">
                <a:solidFill>
                  <a:srgbClr val="285BEB"/>
                </a:solidFill>
              </a:defRPr>
            </a:lvl7pPr>
            <a:lvl8pPr algn="l">
              <a:defRPr sz="1875" b="1">
                <a:solidFill>
                  <a:srgbClr val="285BEB"/>
                </a:solidFill>
              </a:defRPr>
            </a:lvl8pPr>
            <a:lvl9pPr algn="l">
              <a:defRPr sz="18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85BEB"/>
                </a:solidFill>
              </a:defRPr>
            </a:pPr>
            <a:r>
              <a:rPr sz="1875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08A13D-ADD6-4B51-92C1-3CA1CD446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51191C-3349-4928-9B0F-3907FAA5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6202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ПОСТАВЩИК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4440B3-A17E-4557-AD1F-6A489D99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858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8243C"/>
                </a:solidFill>
              </a:defRPr>
            </a:defPPr>
            <a:lvl1pPr algn="l">
              <a:defRPr sz="2850" b="1">
                <a:solidFill>
                  <a:srgbClr val="18243C"/>
                </a:solidFill>
              </a:defRPr>
            </a:lvl1pPr>
            <a:lvl2pPr algn="l">
              <a:defRPr sz="2850" b="1">
                <a:solidFill>
                  <a:srgbClr val="18243C"/>
                </a:solidFill>
              </a:defRPr>
            </a:lvl2pPr>
            <a:lvl3pPr algn="l">
              <a:defRPr sz="2850" b="1">
                <a:solidFill>
                  <a:srgbClr val="18243C"/>
                </a:solidFill>
              </a:defRPr>
            </a:lvl3pPr>
            <a:lvl4pPr algn="l">
              <a:defRPr sz="2850" b="1">
                <a:solidFill>
                  <a:srgbClr val="18243C"/>
                </a:solidFill>
              </a:defRPr>
            </a:lvl4pPr>
            <a:lvl5pPr algn="l">
              <a:defRPr sz="2850" b="1">
                <a:solidFill>
                  <a:srgbClr val="18243C"/>
                </a:solidFill>
              </a:defRPr>
            </a:lvl5pPr>
            <a:lvl6pPr algn="l">
              <a:defRPr sz="2850" b="1">
                <a:solidFill>
                  <a:srgbClr val="18243C"/>
                </a:solidFill>
              </a:defRPr>
            </a:lvl6pPr>
            <a:lvl7pPr algn="l">
              <a:defRPr sz="2850" b="1">
                <a:solidFill>
                  <a:srgbClr val="18243C"/>
                </a:solidFill>
              </a:defRPr>
            </a:lvl7pPr>
            <a:lvl8pPr algn="l">
              <a:defRPr sz="2850" b="1">
                <a:solidFill>
                  <a:srgbClr val="18243C"/>
                </a:solidFill>
              </a:defRPr>
            </a:lvl8pPr>
            <a:lvl9pPr algn="l"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Рабочее пространство поставщика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1A80EC-4629-4397-B9D1-4E961185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C230BE-2ED3-41DA-A5CB-A9535326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0">
                <a:solidFill>
                  <a:srgbClr val="738096"/>
                </a:solidFill>
              </a:defRPr>
            </a:defPPr>
            <a:lvl1pPr algn="r">
              <a:defRPr sz="1050" b="0">
                <a:solidFill>
                  <a:srgbClr val="738096"/>
                </a:solidFill>
              </a:defRPr>
            </a:lvl1pPr>
            <a:lvl2pPr algn="r">
              <a:defRPr sz="1050" b="0">
                <a:solidFill>
                  <a:srgbClr val="738096"/>
                </a:solidFill>
              </a:defRPr>
            </a:lvl2pPr>
            <a:lvl3pPr algn="r">
              <a:defRPr sz="1050" b="0">
                <a:solidFill>
                  <a:srgbClr val="738096"/>
                </a:solidFill>
              </a:defRPr>
            </a:lvl3pPr>
            <a:lvl4pPr algn="r">
              <a:defRPr sz="1050" b="0">
                <a:solidFill>
                  <a:srgbClr val="738096"/>
                </a:solidFill>
              </a:defRPr>
            </a:lvl4pPr>
            <a:lvl5pPr algn="r">
              <a:defRPr sz="1050" b="0">
                <a:solidFill>
                  <a:srgbClr val="738096"/>
                </a:solidFill>
              </a:defRPr>
            </a:lvl5pPr>
            <a:lvl6pPr algn="r">
              <a:defRPr sz="1050" b="0">
                <a:solidFill>
                  <a:srgbClr val="738096"/>
                </a:solidFill>
              </a:defRPr>
            </a:lvl6pPr>
            <a:lvl7pPr algn="r">
              <a:defRPr sz="1050" b="0">
                <a:solidFill>
                  <a:srgbClr val="738096"/>
                </a:solidFill>
              </a:defRPr>
            </a:lvl7pPr>
            <a:lvl8pPr algn="r">
              <a:defRPr sz="1050" b="0">
                <a:solidFill>
                  <a:srgbClr val="738096"/>
                </a:solidFill>
              </a:defRPr>
            </a:lvl8pPr>
            <a:lvl9pPr algn="r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3FCB78-13DE-49B5-8973-536B8E73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19325"/>
            <a:ext cx="457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00" b="1">
                <a:solidFill>
                  <a:srgbClr val="285BEB"/>
                </a:solidFill>
              </a:defRPr>
            </a:defPPr>
            <a:lvl1pPr algn="l">
              <a:defRPr sz="2400" b="1">
                <a:solidFill>
                  <a:srgbClr val="285BEB"/>
                </a:solidFill>
              </a:defRPr>
            </a:lvl1pPr>
            <a:lvl2pPr algn="l">
              <a:defRPr sz="2400" b="1">
                <a:solidFill>
                  <a:srgbClr val="285BEB"/>
                </a:solidFill>
              </a:defRPr>
            </a:lvl2pPr>
            <a:lvl3pPr algn="l">
              <a:defRPr sz="2400" b="1">
                <a:solidFill>
                  <a:srgbClr val="285BEB"/>
                </a:solidFill>
              </a:defRPr>
            </a:lvl3pPr>
            <a:lvl4pPr algn="l">
              <a:defRPr sz="2400" b="1">
                <a:solidFill>
                  <a:srgbClr val="285BEB"/>
                </a:solidFill>
              </a:defRPr>
            </a:lvl4pPr>
            <a:lvl5pPr algn="l">
              <a:defRPr sz="2400" b="1">
                <a:solidFill>
                  <a:srgbClr val="285BEB"/>
                </a:solidFill>
              </a:defRPr>
            </a:lvl5pPr>
            <a:lvl6pPr algn="l">
              <a:defRPr sz="2400" b="1">
                <a:solidFill>
                  <a:srgbClr val="285BEB"/>
                </a:solidFill>
              </a:defRPr>
            </a:lvl6pPr>
            <a:lvl7pPr algn="l">
              <a:defRPr sz="2400" b="1">
                <a:solidFill>
                  <a:srgbClr val="285BEB"/>
                </a:solidFill>
              </a:defRPr>
            </a:lvl7pPr>
            <a:lvl8pPr algn="l">
              <a:defRPr sz="2400" b="1">
                <a:solidFill>
                  <a:srgbClr val="285BEB"/>
                </a:solidFill>
              </a:defRPr>
            </a:lvl8pPr>
            <a:lvl9pPr algn="l">
              <a:defRPr sz="240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285BEB"/>
                </a:solidFill>
              </a:defRPr>
            </a:pPr>
            <a:r>
              <a:rPr sz="2400" b="1">
                <a:solidFill>
                  <a:srgbClr val="285BEB"/>
                </a:solidFill>
              </a:rPr>
              <a:t>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F73BE1-CAB6-47EC-B56C-90ABF5F9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19325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18243C"/>
                </a:solidFill>
              </a:defRPr>
            </a:defPPr>
            <a:lvl1pPr algn="l">
              <a:defRPr sz="2250" b="1">
                <a:solidFill>
                  <a:srgbClr val="18243C"/>
                </a:solidFill>
              </a:defRPr>
            </a:lvl1pPr>
            <a:lvl2pPr algn="l">
              <a:defRPr sz="2250" b="1">
                <a:solidFill>
                  <a:srgbClr val="18243C"/>
                </a:solidFill>
              </a:defRPr>
            </a:lvl2pPr>
            <a:lvl3pPr algn="l">
              <a:defRPr sz="2250" b="1">
                <a:solidFill>
                  <a:srgbClr val="18243C"/>
                </a:solidFill>
              </a:defRPr>
            </a:lvl3pPr>
            <a:lvl4pPr algn="l">
              <a:defRPr sz="2250" b="1">
                <a:solidFill>
                  <a:srgbClr val="18243C"/>
                </a:solidFill>
              </a:defRPr>
            </a:lvl4pPr>
            <a:lvl5pPr algn="l">
              <a:defRPr sz="2250" b="1">
                <a:solidFill>
                  <a:srgbClr val="18243C"/>
                </a:solidFill>
              </a:defRPr>
            </a:lvl5pPr>
            <a:lvl6pPr algn="l">
              <a:defRPr sz="2250" b="1">
                <a:solidFill>
                  <a:srgbClr val="18243C"/>
                </a:solidFill>
              </a:defRPr>
            </a:lvl6pPr>
            <a:lvl7pPr algn="l">
              <a:defRPr sz="2250" b="1">
                <a:solidFill>
                  <a:srgbClr val="18243C"/>
                </a:solidFill>
              </a:defRPr>
            </a:lvl7pPr>
            <a:lvl8pPr algn="l">
              <a:defRPr sz="2250" b="1">
                <a:solidFill>
                  <a:srgbClr val="18243C"/>
                </a:solidFill>
              </a:defRPr>
            </a:lvl8pPr>
            <a:lvl9pPr algn="l">
              <a:defRPr sz="22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8243C"/>
                </a:solidFill>
              </a:defRPr>
            </a:pPr>
            <a:r>
              <a:rPr sz="2250" b="1">
                <a:solidFill>
                  <a:srgbClr val="18243C"/>
                </a:solidFill>
              </a:rPr>
              <a:t>Подтвердить условия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EC0D2A-A45F-458A-B517-8A57C91C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90850"/>
            <a:ext cx="476250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18243C"/>
                </a:solidFill>
              </a:defRPr>
            </a:defPPr>
            <a:lvl1pPr algn="l">
              <a:defRPr sz="1725" b="0">
                <a:solidFill>
                  <a:srgbClr val="18243C"/>
                </a:solidFill>
              </a:defRPr>
            </a:lvl1pPr>
            <a:lvl2pPr algn="l">
              <a:defRPr sz="1725" b="0">
                <a:solidFill>
                  <a:srgbClr val="18243C"/>
                </a:solidFill>
              </a:defRPr>
            </a:lvl2pPr>
            <a:lvl3pPr algn="l">
              <a:defRPr sz="1725" b="0">
                <a:solidFill>
                  <a:srgbClr val="18243C"/>
                </a:solidFill>
              </a:defRPr>
            </a:lvl3pPr>
            <a:lvl4pPr algn="l">
              <a:defRPr sz="1725" b="0">
                <a:solidFill>
                  <a:srgbClr val="18243C"/>
                </a:solidFill>
              </a:defRPr>
            </a:lvl4pPr>
            <a:lvl5pPr algn="l">
              <a:defRPr sz="1725" b="0">
                <a:solidFill>
                  <a:srgbClr val="18243C"/>
                </a:solidFill>
              </a:defRPr>
            </a:lvl5pPr>
            <a:lvl6pPr algn="l">
              <a:defRPr sz="1725" b="0">
                <a:solidFill>
                  <a:srgbClr val="18243C"/>
                </a:solidFill>
              </a:defRPr>
            </a:lvl6pPr>
            <a:lvl7pPr algn="l">
              <a:defRPr sz="1725" b="0">
                <a:solidFill>
                  <a:srgbClr val="18243C"/>
                </a:solidFill>
              </a:defRPr>
            </a:lvl7pPr>
            <a:lvl8pPr algn="l">
              <a:defRPr sz="1725" b="0">
                <a:solidFill>
                  <a:srgbClr val="18243C"/>
                </a:solidFill>
              </a:defRPr>
            </a:lvl8pPr>
            <a:lvl9pPr algn="l"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TechSupply получает заказ, проверяет наличие одной пары наушников и указывает стоимость доставки 250 ₽.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13C944-5606-4C4E-BB89-705C245A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33900"/>
            <a:ext cx="47625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285BEB"/>
                </a:solidFill>
              </a:defRPr>
            </a:defPPr>
            <a:lvl1pPr algn="l">
              <a:defRPr sz="1725" b="1">
                <a:solidFill>
                  <a:srgbClr val="285BEB"/>
                </a:solidFill>
              </a:defRPr>
            </a:lvl1pPr>
            <a:lvl2pPr algn="l">
              <a:defRPr sz="1725" b="1">
                <a:solidFill>
                  <a:srgbClr val="285BEB"/>
                </a:solidFill>
              </a:defRPr>
            </a:lvl2pPr>
            <a:lvl3pPr algn="l">
              <a:defRPr sz="1725" b="1">
                <a:solidFill>
                  <a:srgbClr val="285BEB"/>
                </a:solidFill>
              </a:defRPr>
            </a:lvl3pPr>
            <a:lvl4pPr algn="l">
              <a:defRPr sz="1725" b="1">
                <a:solidFill>
                  <a:srgbClr val="285BEB"/>
                </a:solidFill>
              </a:defRPr>
            </a:lvl4pPr>
            <a:lvl5pPr algn="l">
              <a:defRPr sz="1725" b="1">
                <a:solidFill>
                  <a:srgbClr val="285BEB"/>
                </a:solidFill>
              </a:defRPr>
            </a:lvl5pPr>
            <a:lvl6pPr algn="l">
              <a:defRPr sz="1725" b="1">
                <a:solidFill>
                  <a:srgbClr val="285BEB"/>
                </a:solidFill>
              </a:defRPr>
            </a:lvl6pPr>
            <a:lvl7pPr algn="l">
              <a:defRPr sz="1725" b="1">
                <a:solidFill>
                  <a:srgbClr val="285BEB"/>
                </a:solidFill>
              </a:defRPr>
            </a:lvl7pPr>
            <a:lvl8pPr algn="l">
              <a:defRPr sz="1725" b="1">
                <a:solidFill>
                  <a:srgbClr val="285BEB"/>
                </a:solidFill>
              </a:defRPr>
            </a:lvl8pPr>
            <a:lvl9pPr algn="l">
              <a:defRPr sz="17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85BEB"/>
                </a:solidFill>
              </a:defRPr>
            </a:pPr>
            <a:r>
              <a:rPr sz="1725" b="1">
                <a:solidFill>
                  <a:srgbClr val="285BEB"/>
                </a:solidFill>
              </a:rPr>
              <a:t>После подтверждения сумма фиксируется, а дропшиппер получает возможность оплаты.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61DA73-E039-40D4-AB8F-A414CF284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33600"/>
            <a:ext cx="5734050" cy="3657600"/>
          </a:xfrm>
          <a:prstGeom xmlns:a="http://schemas.openxmlformats.org/drawingml/2006/main" prst="roundRect">
            <a:avLst>
              <a:gd name="adj" fmla="val 20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FE6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6A6A8E-330D-4DE0-8CA9-4E8374A9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295525"/>
            <a:ext cx="5410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799825-0A43-45D6-A3CE-3CF4E5DD0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314575"/>
            <a:ext cx="520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МЕСТО ДЛЯ СКРИНШОТА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EB92A1-4A0A-4426-AE2C-87B5574D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956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18243C"/>
                </a:solidFill>
              </a:defRPr>
            </a:defPPr>
            <a:lvl1pPr algn="l">
              <a:defRPr sz="1950" b="1">
                <a:solidFill>
                  <a:srgbClr val="18243C"/>
                </a:solidFill>
              </a:defRPr>
            </a:lvl1pPr>
            <a:lvl2pPr algn="l">
              <a:defRPr sz="1950" b="1">
                <a:solidFill>
                  <a:srgbClr val="18243C"/>
                </a:solidFill>
              </a:defRPr>
            </a:lvl2pPr>
            <a:lvl3pPr algn="l">
              <a:defRPr sz="1950" b="1">
                <a:solidFill>
                  <a:srgbClr val="18243C"/>
                </a:solidFill>
              </a:defRPr>
            </a:lvl3pPr>
            <a:lvl4pPr algn="l">
              <a:defRPr sz="1950" b="1">
                <a:solidFill>
                  <a:srgbClr val="18243C"/>
                </a:solidFill>
              </a:defRPr>
            </a:lvl4pPr>
            <a:lvl5pPr algn="l">
              <a:defRPr sz="1950" b="1">
                <a:solidFill>
                  <a:srgbClr val="18243C"/>
                </a:solidFill>
              </a:defRPr>
            </a:lvl5pPr>
            <a:lvl6pPr algn="l">
              <a:defRPr sz="1950" b="1">
                <a:solidFill>
                  <a:srgbClr val="18243C"/>
                </a:solidFill>
              </a:defRPr>
            </a:lvl6pPr>
            <a:lvl7pPr algn="l">
              <a:defRPr sz="1950" b="1">
                <a:solidFill>
                  <a:srgbClr val="18243C"/>
                </a:solidFill>
              </a:defRPr>
            </a:lvl7pPr>
            <a:lvl8pPr algn="l">
              <a:defRPr sz="1950" b="1">
                <a:solidFill>
                  <a:srgbClr val="18243C"/>
                </a:solidFill>
              </a:defRPr>
            </a:lvl8pPr>
            <a:lvl9pPr algn="l">
              <a:defRPr sz="19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8243C"/>
                </a:solidFill>
              </a:defRPr>
            </a:pPr>
            <a:r>
              <a:rPr sz="1950" b="1">
                <a:solidFill>
                  <a:srgbClr val="18243C"/>
                </a:solidFill>
              </a:rPr>
              <a:t>Заказ у поставщика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A53F1D-1D21-4D72-BFCB-2D5BDA3D1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695700"/>
            <a:ext cx="5200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738096"/>
                </a:solidFill>
              </a:defRPr>
            </a:defPPr>
            <a:lvl1pPr algn="l">
              <a:defRPr sz="1500" b="0">
                <a:solidFill>
                  <a:srgbClr val="738096"/>
                </a:solidFill>
              </a:defRPr>
            </a:lvl1pPr>
            <a:lvl2pPr algn="l">
              <a:defRPr sz="1500" b="0">
                <a:solidFill>
                  <a:srgbClr val="738096"/>
                </a:solidFill>
              </a:defRPr>
            </a:lvl2pPr>
            <a:lvl3pPr algn="l">
              <a:defRPr sz="1500" b="0">
                <a:solidFill>
                  <a:srgbClr val="738096"/>
                </a:solidFill>
              </a:defRPr>
            </a:lvl3pPr>
            <a:lvl4pPr algn="l">
              <a:defRPr sz="1500" b="0">
                <a:solidFill>
                  <a:srgbClr val="738096"/>
                </a:solidFill>
              </a:defRPr>
            </a:lvl4pPr>
            <a:lvl5pPr algn="l">
              <a:defRPr sz="1500" b="0">
                <a:solidFill>
                  <a:srgbClr val="738096"/>
                </a:solidFill>
              </a:defRPr>
            </a:lvl5pPr>
            <a:lvl6pPr algn="l">
              <a:defRPr sz="1500" b="0">
                <a:solidFill>
                  <a:srgbClr val="738096"/>
                </a:solidFill>
              </a:defRPr>
            </a:lvl6pPr>
            <a:lvl7pPr algn="l">
              <a:defRPr sz="1500" b="0">
                <a:solidFill>
                  <a:srgbClr val="738096"/>
                </a:solidFill>
              </a:defRPr>
            </a:lvl7pPr>
            <a:lvl8pPr algn="l">
              <a:defRPr sz="1500" b="0">
                <a:solidFill>
                  <a:srgbClr val="738096"/>
                </a:solidFill>
              </a:defRPr>
            </a:lvl8pPr>
            <a:lvl9pPr algn="l">
              <a:defRPr sz="15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738096"/>
                </a:solidFill>
              </a:defRPr>
            </a:pPr>
            <a:r>
              <a:rPr sz="1500" b="0">
                <a:solidFill>
                  <a:srgbClr val="738096"/>
                </a:solidFill>
              </a:rPr>
              <a:t>Откройте роль поставщика → «Заказы» или «Обработка». В кадре покажите DC-0101, подтверждение наличия и доставку 250 ₽.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A84F7F-A73F-473E-A7B2-4E3D47FD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67325"/>
            <a:ext cx="520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738096"/>
                </a:solidFill>
              </a:defRPr>
            </a:defPPr>
            <a:lvl1pPr algn="l">
              <a:defRPr sz="1050" b="0">
                <a:solidFill>
                  <a:srgbClr val="738096"/>
                </a:solidFill>
              </a:defRPr>
            </a:lvl1pPr>
            <a:lvl2pPr algn="l">
              <a:defRPr sz="1050" b="0">
                <a:solidFill>
                  <a:srgbClr val="738096"/>
                </a:solidFill>
              </a:defRPr>
            </a:lvl2pPr>
            <a:lvl3pPr algn="l">
              <a:defRPr sz="1050" b="0">
                <a:solidFill>
                  <a:srgbClr val="738096"/>
                </a:solidFill>
              </a:defRPr>
            </a:lvl3pPr>
            <a:lvl4pPr algn="l">
              <a:defRPr sz="1050" b="0">
                <a:solidFill>
                  <a:srgbClr val="738096"/>
                </a:solidFill>
              </a:defRPr>
            </a:lvl4pPr>
            <a:lvl5pPr algn="l">
              <a:defRPr sz="1050" b="0">
                <a:solidFill>
                  <a:srgbClr val="738096"/>
                </a:solidFill>
              </a:defRPr>
            </a:lvl5pPr>
            <a:lvl6pPr algn="l">
              <a:defRPr sz="1050" b="0">
                <a:solidFill>
                  <a:srgbClr val="738096"/>
                </a:solidFill>
              </a:defRPr>
            </a:lvl6pPr>
            <a:lvl7pPr algn="l">
              <a:defRPr sz="1050" b="0">
                <a:solidFill>
                  <a:srgbClr val="738096"/>
                </a:solidFill>
              </a:defRPr>
            </a:lvl7pPr>
            <a:lvl8pPr algn="l">
              <a:defRPr sz="1050" b="0">
                <a:solidFill>
                  <a:srgbClr val="738096"/>
                </a:solidFill>
              </a:defRPr>
            </a:lvl8pPr>
            <a:lvl9pPr algn="l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Замените этот прямоугольник изображением из HTML-прототипа</a:t>
            </a:r>
          </a:p>
        </p:txBody>
      </p:sp>
    </p:spTree>
    <p:extLst>
      <p:ext uri="{BB962C8B-B14F-4D97-AF65-F5344CB8AC3E}">
        <p14:creationId xmlns:p14="http://schemas.microsoft.com/office/powerpoint/2010/main" val="2575480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824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832B4E-034B-432C-B2FF-1BADCC1D7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72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</a:defRPr>
            </a:defPPr>
            <a:lvl1pPr algn="l">
              <a:defRPr sz="1875" b="1">
                <a:solidFill>
                  <a:srgbClr val="FFFFFF"/>
                </a:solidFill>
              </a:defRPr>
            </a:lvl1pPr>
            <a:lvl2pPr algn="l">
              <a:defRPr sz="1875" b="1">
                <a:solidFill>
                  <a:srgbClr val="FFFFFF"/>
                </a:solidFill>
              </a:defRPr>
            </a:lvl2pPr>
            <a:lvl3pPr algn="l">
              <a:defRPr sz="1875" b="1">
                <a:solidFill>
                  <a:srgbClr val="FFFFFF"/>
                </a:solidFill>
              </a:defRPr>
            </a:lvl3pPr>
            <a:lvl4pPr algn="l">
              <a:defRPr sz="1875" b="1">
                <a:solidFill>
                  <a:srgbClr val="FFFFFF"/>
                </a:solidFill>
              </a:defRPr>
            </a:lvl4pPr>
            <a:lvl5pPr algn="l">
              <a:defRPr sz="1875" b="1">
                <a:solidFill>
                  <a:srgbClr val="FFFFFF"/>
                </a:solidFill>
              </a:defRPr>
            </a:lvl5pPr>
            <a:lvl6pPr algn="l">
              <a:defRPr sz="1875" b="1">
                <a:solidFill>
                  <a:srgbClr val="FFFFFF"/>
                </a:solidFill>
              </a:defRPr>
            </a:lvl6pPr>
            <a:lvl7pPr algn="l">
              <a:defRPr sz="1875" b="1">
                <a:solidFill>
                  <a:srgbClr val="FFFFFF"/>
                </a:solidFill>
              </a:defRPr>
            </a:lvl7pPr>
            <a:lvl8pPr algn="l">
              <a:defRPr sz="1875" b="1">
                <a:solidFill>
                  <a:srgbClr val="FFFFFF"/>
                </a:solidFill>
              </a:defRPr>
            </a:lvl8pPr>
            <a:lvl9pPr algn="l">
              <a:defRPr sz="18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61BF32-573B-43BD-B313-06F70123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85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8BA7FF"/>
                </a:solidFill>
              </a:defRPr>
            </a:defPPr>
            <a:lvl1pPr algn="l">
              <a:defRPr sz="1875" b="1">
                <a:solidFill>
                  <a:srgbClr val="8BA7FF"/>
                </a:solidFill>
              </a:defRPr>
            </a:lvl1pPr>
            <a:lvl2pPr algn="l">
              <a:defRPr sz="1875" b="1">
                <a:solidFill>
                  <a:srgbClr val="8BA7FF"/>
                </a:solidFill>
              </a:defRPr>
            </a:lvl2pPr>
            <a:lvl3pPr algn="l">
              <a:defRPr sz="1875" b="1">
                <a:solidFill>
                  <a:srgbClr val="8BA7FF"/>
                </a:solidFill>
              </a:defRPr>
            </a:lvl3pPr>
            <a:lvl4pPr algn="l">
              <a:defRPr sz="1875" b="1">
                <a:solidFill>
                  <a:srgbClr val="8BA7FF"/>
                </a:solidFill>
              </a:defRPr>
            </a:lvl4pPr>
            <a:lvl5pPr algn="l">
              <a:defRPr sz="1875" b="1">
                <a:solidFill>
                  <a:srgbClr val="8BA7FF"/>
                </a:solidFill>
              </a:defRPr>
            </a:lvl5pPr>
            <a:lvl6pPr algn="l">
              <a:defRPr sz="1875" b="1">
                <a:solidFill>
                  <a:srgbClr val="8BA7FF"/>
                </a:solidFill>
              </a:defRPr>
            </a:lvl6pPr>
            <a:lvl7pPr algn="l">
              <a:defRPr sz="1875" b="1">
                <a:solidFill>
                  <a:srgbClr val="8BA7FF"/>
                </a:solidFill>
              </a:defRPr>
            </a:lvl7pPr>
            <a:lvl8pPr algn="l">
              <a:defRPr sz="1875" b="1">
                <a:solidFill>
                  <a:srgbClr val="8BA7FF"/>
                </a:solidFill>
              </a:defRPr>
            </a:lvl8pPr>
            <a:lvl9pPr algn="l">
              <a:defRPr sz="1875" b="1">
                <a:solidFill>
                  <a:srgbClr val="8BA7FF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BA7FF"/>
                </a:solidFill>
              </a:defRPr>
            </a:pPr>
            <a:r>
              <a:rPr sz="1875" b="1">
                <a:solidFill>
                  <a:srgbClr val="8BA7FF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61AAD7-EB40-4DBB-942E-2B9C10EEA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1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F66BCE-66EA-45C3-8DA2-ECEC10B2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6202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8BA7FF"/>
                </a:solidFill>
              </a:defRPr>
            </a:defPPr>
            <a:lvl1pPr algn="l">
              <a:defRPr sz="975" b="1">
                <a:solidFill>
                  <a:srgbClr val="8BA7FF"/>
                </a:solidFill>
              </a:defRPr>
            </a:lvl1pPr>
            <a:lvl2pPr algn="l">
              <a:defRPr sz="975" b="1">
                <a:solidFill>
                  <a:srgbClr val="8BA7FF"/>
                </a:solidFill>
              </a:defRPr>
            </a:lvl2pPr>
            <a:lvl3pPr algn="l">
              <a:defRPr sz="975" b="1">
                <a:solidFill>
                  <a:srgbClr val="8BA7FF"/>
                </a:solidFill>
              </a:defRPr>
            </a:lvl3pPr>
            <a:lvl4pPr algn="l">
              <a:defRPr sz="975" b="1">
                <a:solidFill>
                  <a:srgbClr val="8BA7FF"/>
                </a:solidFill>
              </a:defRPr>
            </a:lvl4pPr>
            <a:lvl5pPr algn="l">
              <a:defRPr sz="975" b="1">
                <a:solidFill>
                  <a:srgbClr val="8BA7FF"/>
                </a:solidFill>
              </a:defRPr>
            </a:lvl5pPr>
            <a:lvl6pPr algn="l">
              <a:defRPr sz="975" b="1">
                <a:solidFill>
                  <a:srgbClr val="8BA7FF"/>
                </a:solidFill>
              </a:defRPr>
            </a:lvl6pPr>
            <a:lvl7pPr algn="l">
              <a:defRPr sz="975" b="1">
                <a:solidFill>
                  <a:srgbClr val="8BA7FF"/>
                </a:solidFill>
              </a:defRPr>
            </a:lvl7pPr>
            <a:lvl8pPr algn="l">
              <a:defRPr sz="975" b="1">
                <a:solidFill>
                  <a:srgbClr val="8BA7FF"/>
                </a:solidFill>
              </a:defRPr>
            </a:lvl8pPr>
            <a:lvl9pPr algn="l">
              <a:defRPr sz="975" b="1">
                <a:solidFill>
                  <a:srgbClr val="8BA7FF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8BA7FF"/>
                </a:solidFill>
              </a:defRPr>
            </a:pPr>
            <a:r>
              <a:rPr sz="975" b="1">
                <a:solidFill>
                  <a:srgbClr val="8BA7FF"/>
                </a:solidFill>
              </a:rPr>
              <a:t>СЦЕНАРИЙ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1A622E-EF47-4781-AE0D-EC8EE97A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858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FFFFFF"/>
                </a:solidFill>
              </a:defRPr>
            </a:defPPr>
            <a:lvl1pPr algn="l">
              <a:defRPr sz="2850" b="1">
                <a:solidFill>
                  <a:srgbClr val="FFFFFF"/>
                </a:solidFill>
              </a:defRPr>
            </a:lvl1pPr>
            <a:lvl2pPr algn="l">
              <a:defRPr sz="2850" b="1">
                <a:solidFill>
                  <a:srgbClr val="FFFFFF"/>
                </a:solidFill>
              </a:defRPr>
            </a:lvl2pPr>
            <a:lvl3pPr algn="l">
              <a:defRPr sz="2850" b="1">
                <a:solidFill>
                  <a:srgbClr val="FFFFFF"/>
                </a:solidFill>
              </a:defRPr>
            </a:lvl3pPr>
            <a:lvl4pPr algn="l">
              <a:defRPr sz="2850" b="1">
                <a:solidFill>
                  <a:srgbClr val="FFFFFF"/>
                </a:solidFill>
              </a:defRPr>
            </a:lvl4pPr>
            <a:lvl5pPr algn="l">
              <a:defRPr sz="2850" b="1">
                <a:solidFill>
                  <a:srgbClr val="FFFFFF"/>
                </a:solidFill>
              </a:defRPr>
            </a:lvl5pPr>
            <a:lvl6pPr algn="l">
              <a:defRPr sz="2850" b="1">
                <a:solidFill>
                  <a:srgbClr val="FFFFFF"/>
                </a:solidFill>
              </a:defRPr>
            </a:lvl6pPr>
            <a:lvl7pPr algn="l">
              <a:defRPr sz="2850" b="1">
                <a:solidFill>
                  <a:srgbClr val="FFFFFF"/>
                </a:solidFill>
              </a:defRPr>
            </a:lvl7pPr>
            <a:lvl8pPr algn="l">
              <a:defRPr sz="2850" b="1">
                <a:solidFill>
                  <a:srgbClr val="FFFFFF"/>
                </a:solidFill>
              </a:defRPr>
            </a:lvl8pPr>
            <a:lvl9pPr algn="l">
              <a:defRPr sz="28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Оплата и отправление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EDEFDB-3FF6-4844-A241-B4F044705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1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BDE303-5DA8-4CDD-8DBE-61D73B0A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0">
                <a:solidFill>
                  <a:srgbClr val="99A6BF"/>
                </a:solidFill>
              </a:defRPr>
            </a:defPPr>
            <a:lvl1pPr algn="r">
              <a:defRPr sz="1050" b="0">
                <a:solidFill>
                  <a:srgbClr val="99A6BF"/>
                </a:solidFill>
              </a:defRPr>
            </a:lvl1pPr>
            <a:lvl2pPr algn="r">
              <a:defRPr sz="1050" b="0">
                <a:solidFill>
                  <a:srgbClr val="99A6BF"/>
                </a:solidFill>
              </a:defRPr>
            </a:lvl2pPr>
            <a:lvl3pPr algn="r">
              <a:defRPr sz="1050" b="0">
                <a:solidFill>
                  <a:srgbClr val="99A6BF"/>
                </a:solidFill>
              </a:defRPr>
            </a:lvl3pPr>
            <a:lvl4pPr algn="r">
              <a:defRPr sz="1050" b="0">
                <a:solidFill>
                  <a:srgbClr val="99A6BF"/>
                </a:solidFill>
              </a:defRPr>
            </a:lvl4pPr>
            <a:lvl5pPr algn="r">
              <a:defRPr sz="1050" b="0">
                <a:solidFill>
                  <a:srgbClr val="99A6BF"/>
                </a:solidFill>
              </a:defRPr>
            </a:lvl5pPr>
            <a:lvl6pPr algn="r">
              <a:defRPr sz="1050" b="0">
                <a:solidFill>
                  <a:srgbClr val="99A6BF"/>
                </a:solidFill>
              </a:defRPr>
            </a:lvl6pPr>
            <a:lvl7pPr algn="r">
              <a:defRPr sz="1050" b="0">
                <a:solidFill>
                  <a:srgbClr val="99A6BF"/>
                </a:solidFill>
              </a:defRPr>
            </a:lvl7pPr>
            <a:lvl8pPr algn="r">
              <a:defRPr sz="1050" b="0">
                <a:solidFill>
                  <a:srgbClr val="99A6BF"/>
                </a:solidFill>
              </a:defRPr>
            </a:lvl8pPr>
            <a:lvl9pPr algn="r">
              <a:defRPr sz="1050" b="0">
                <a:solidFill>
                  <a:srgbClr val="99A6BF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99A6BF"/>
                </a:solidFill>
              </a:defRPr>
            </a:pPr>
            <a:r>
              <a:rPr sz="1050" b="0">
                <a:solidFill>
                  <a:srgbClr val="99A6BF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E3D8F3-D6A3-4624-9A2B-4B1BCB5E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23812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75" b="1">
                <a:solidFill>
                  <a:srgbClr val="FFFFFF"/>
                </a:solidFill>
              </a:defRPr>
            </a:defPPr>
            <a:lvl1pPr algn="l">
              <a:defRPr sz="3375" b="1">
                <a:solidFill>
                  <a:srgbClr val="FFFFFF"/>
                </a:solidFill>
              </a:defRPr>
            </a:lvl1pPr>
            <a:lvl2pPr algn="l">
              <a:defRPr sz="3375" b="1">
                <a:solidFill>
                  <a:srgbClr val="FFFFFF"/>
                </a:solidFill>
              </a:defRPr>
            </a:lvl2pPr>
            <a:lvl3pPr algn="l">
              <a:defRPr sz="3375" b="1">
                <a:solidFill>
                  <a:srgbClr val="FFFFFF"/>
                </a:solidFill>
              </a:defRPr>
            </a:lvl3pPr>
            <a:lvl4pPr algn="l">
              <a:defRPr sz="3375" b="1">
                <a:solidFill>
                  <a:srgbClr val="FFFFFF"/>
                </a:solidFill>
              </a:defRPr>
            </a:lvl4pPr>
            <a:lvl5pPr algn="l">
              <a:defRPr sz="3375" b="1">
                <a:solidFill>
                  <a:srgbClr val="FFFFFF"/>
                </a:solidFill>
              </a:defRPr>
            </a:lvl5pPr>
            <a:lvl6pPr algn="l">
              <a:defRPr sz="3375" b="1">
                <a:solidFill>
                  <a:srgbClr val="FFFFFF"/>
                </a:solidFill>
              </a:defRPr>
            </a:lvl6pPr>
            <a:lvl7pPr algn="l">
              <a:defRPr sz="3375" b="1">
                <a:solidFill>
                  <a:srgbClr val="FFFFFF"/>
                </a:solidFill>
              </a:defRPr>
            </a:lvl7pPr>
            <a:lvl8pPr algn="l">
              <a:defRPr sz="3375" b="1">
                <a:solidFill>
                  <a:srgbClr val="FFFFFF"/>
                </a:solidFill>
              </a:defRPr>
            </a:lvl8pPr>
            <a:lvl9pPr algn="l">
              <a:defRPr sz="33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3375" b="1">
                <a:solidFill>
                  <a:srgbClr val="FFFFFF"/>
                </a:solidFill>
              </a:defRPr>
            </a:pPr>
            <a:r>
              <a:rPr sz="3375" b="1">
                <a:solidFill>
                  <a:srgbClr val="FFFFFF"/>
                </a:solidFill>
              </a:rPr>
              <a:t>1 890 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92F9D3-2B3B-49B8-8629-21D47736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575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AFC2D5"/>
                </a:solidFill>
              </a:defRPr>
            </a:defPPr>
            <a:lvl1pPr algn="l">
              <a:defRPr sz="1425" b="0">
                <a:solidFill>
                  <a:srgbClr val="AFC2D5"/>
                </a:solidFill>
              </a:defRPr>
            </a:lvl1pPr>
            <a:lvl2pPr algn="l">
              <a:defRPr sz="1425" b="0">
                <a:solidFill>
                  <a:srgbClr val="AFC2D5"/>
                </a:solidFill>
              </a:defRPr>
            </a:lvl2pPr>
            <a:lvl3pPr algn="l">
              <a:defRPr sz="1425" b="0">
                <a:solidFill>
                  <a:srgbClr val="AFC2D5"/>
                </a:solidFill>
              </a:defRPr>
            </a:lvl3pPr>
            <a:lvl4pPr algn="l">
              <a:defRPr sz="1425" b="0">
                <a:solidFill>
                  <a:srgbClr val="AFC2D5"/>
                </a:solidFill>
              </a:defRPr>
            </a:lvl4pPr>
            <a:lvl5pPr algn="l">
              <a:defRPr sz="1425" b="0">
                <a:solidFill>
                  <a:srgbClr val="AFC2D5"/>
                </a:solidFill>
              </a:defRPr>
            </a:lvl5pPr>
            <a:lvl6pPr algn="l">
              <a:defRPr sz="1425" b="0">
                <a:solidFill>
                  <a:srgbClr val="AFC2D5"/>
                </a:solidFill>
              </a:defRPr>
            </a:lvl6pPr>
            <a:lvl7pPr algn="l">
              <a:defRPr sz="1425" b="0">
                <a:solidFill>
                  <a:srgbClr val="AFC2D5"/>
                </a:solidFill>
              </a:defRPr>
            </a:lvl7pPr>
            <a:lvl8pPr algn="l">
              <a:defRPr sz="1425" b="0">
                <a:solidFill>
                  <a:srgbClr val="AFC2D5"/>
                </a:solidFill>
              </a:defRPr>
            </a:lvl8pPr>
            <a:lvl9pPr algn="l">
              <a:defRPr sz="1425" b="0">
                <a:solidFill>
                  <a:srgbClr val="AFC2D5"/>
                </a:solidFill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AFC2D5"/>
                </a:solidFill>
              </a:defRPr>
            </a:pPr>
            <a:r>
              <a:rPr sz="1425" b="0">
                <a:solidFill>
                  <a:srgbClr val="AFC2D5"/>
                </a:solidFill>
              </a:rPr>
              <a:t>товар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703F84-44B7-4F7E-B312-2371C1DE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419350"/>
            <a:ext cx="23812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75" b="1">
                <a:solidFill>
                  <a:srgbClr val="FFFFFF"/>
                </a:solidFill>
              </a:defRPr>
            </a:defPPr>
            <a:lvl1pPr algn="l">
              <a:defRPr sz="3375" b="1">
                <a:solidFill>
                  <a:srgbClr val="FFFFFF"/>
                </a:solidFill>
              </a:defRPr>
            </a:lvl1pPr>
            <a:lvl2pPr algn="l">
              <a:defRPr sz="3375" b="1">
                <a:solidFill>
                  <a:srgbClr val="FFFFFF"/>
                </a:solidFill>
              </a:defRPr>
            </a:lvl2pPr>
            <a:lvl3pPr algn="l">
              <a:defRPr sz="3375" b="1">
                <a:solidFill>
                  <a:srgbClr val="FFFFFF"/>
                </a:solidFill>
              </a:defRPr>
            </a:lvl3pPr>
            <a:lvl4pPr algn="l">
              <a:defRPr sz="3375" b="1">
                <a:solidFill>
                  <a:srgbClr val="FFFFFF"/>
                </a:solidFill>
              </a:defRPr>
            </a:lvl4pPr>
            <a:lvl5pPr algn="l">
              <a:defRPr sz="3375" b="1">
                <a:solidFill>
                  <a:srgbClr val="FFFFFF"/>
                </a:solidFill>
              </a:defRPr>
            </a:lvl5pPr>
            <a:lvl6pPr algn="l">
              <a:defRPr sz="3375" b="1">
                <a:solidFill>
                  <a:srgbClr val="FFFFFF"/>
                </a:solidFill>
              </a:defRPr>
            </a:lvl6pPr>
            <a:lvl7pPr algn="l">
              <a:defRPr sz="3375" b="1">
                <a:solidFill>
                  <a:srgbClr val="FFFFFF"/>
                </a:solidFill>
              </a:defRPr>
            </a:lvl7pPr>
            <a:lvl8pPr algn="l">
              <a:defRPr sz="3375" b="1">
                <a:solidFill>
                  <a:srgbClr val="FFFFFF"/>
                </a:solidFill>
              </a:defRPr>
            </a:lvl8pPr>
            <a:lvl9pPr algn="l">
              <a:defRPr sz="33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3375" b="1">
                <a:solidFill>
                  <a:srgbClr val="FFFFFF"/>
                </a:solidFill>
              </a:defRPr>
            </a:pPr>
            <a:r>
              <a:rPr sz="3375" b="1">
                <a:solidFill>
                  <a:srgbClr val="FFFFFF"/>
                </a:solidFill>
              </a:rPr>
              <a:t>+ 250 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8A4143-9032-4B86-9DC2-9434D64C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575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AFC2D5"/>
                </a:solidFill>
              </a:defRPr>
            </a:defPPr>
            <a:lvl1pPr algn="l">
              <a:defRPr sz="1425" b="0">
                <a:solidFill>
                  <a:srgbClr val="AFC2D5"/>
                </a:solidFill>
              </a:defRPr>
            </a:lvl1pPr>
            <a:lvl2pPr algn="l">
              <a:defRPr sz="1425" b="0">
                <a:solidFill>
                  <a:srgbClr val="AFC2D5"/>
                </a:solidFill>
              </a:defRPr>
            </a:lvl2pPr>
            <a:lvl3pPr algn="l">
              <a:defRPr sz="1425" b="0">
                <a:solidFill>
                  <a:srgbClr val="AFC2D5"/>
                </a:solidFill>
              </a:defRPr>
            </a:lvl3pPr>
            <a:lvl4pPr algn="l">
              <a:defRPr sz="1425" b="0">
                <a:solidFill>
                  <a:srgbClr val="AFC2D5"/>
                </a:solidFill>
              </a:defRPr>
            </a:lvl4pPr>
            <a:lvl5pPr algn="l">
              <a:defRPr sz="1425" b="0">
                <a:solidFill>
                  <a:srgbClr val="AFC2D5"/>
                </a:solidFill>
              </a:defRPr>
            </a:lvl5pPr>
            <a:lvl6pPr algn="l">
              <a:defRPr sz="1425" b="0">
                <a:solidFill>
                  <a:srgbClr val="AFC2D5"/>
                </a:solidFill>
              </a:defRPr>
            </a:lvl6pPr>
            <a:lvl7pPr algn="l">
              <a:defRPr sz="1425" b="0">
                <a:solidFill>
                  <a:srgbClr val="AFC2D5"/>
                </a:solidFill>
              </a:defRPr>
            </a:lvl7pPr>
            <a:lvl8pPr algn="l">
              <a:defRPr sz="1425" b="0">
                <a:solidFill>
                  <a:srgbClr val="AFC2D5"/>
                </a:solidFill>
              </a:defRPr>
            </a:lvl8pPr>
            <a:lvl9pPr algn="l">
              <a:defRPr sz="1425" b="0">
                <a:solidFill>
                  <a:srgbClr val="AFC2D5"/>
                </a:solidFill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AFC2D5"/>
                </a:solidFill>
              </a:defRPr>
            </a:pPr>
            <a:r>
              <a:rPr sz="1425" b="0">
                <a:solidFill>
                  <a:srgbClr val="AFC2D5"/>
                </a:solidFill>
              </a:rPr>
              <a:t>доставка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FB052D-50B6-48BF-B188-EEC415B34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19350"/>
            <a:ext cx="295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75" b="1">
                <a:solidFill>
                  <a:srgbClr val="FFFFFF"/>
                </a:solidFill>
              </a:defRPr>
            </a:defPPr>
            <a:lvl1pPr algn="l">
              <a:defRPr sz="3375" b="1">
                <a:solidFill>
                  <a:srgbClr val="FFFFFF"/>
                </a:solidFill>
              </a:defRPr>
            </a:lvl1pPr>
            <a:lvl2pPr algn="l">
              <a:defRPr sz="3375" b="1">
                <a:solidFill>
                  <a:srgbClr val="FFFFFF"/>
                </a:solidFill>
              </a:defRPr>
            </a:lvl2pPr>
            <a:lvl3pPr algn="l">
              <a:defRPr sz="3375" b="1">
                <a:solidFill>
                  <a:srgbClr val="FFFFFF"/>
                </a:solidFill>
              </a:defRPr>
            </a:lvl3pPr>
            <a:lvl4pPr algn="l">
              <a:defRPr sz="3375" b="1">
                <a:solidFill>
                  <a:srgbClr val="FFFFFF"/>
                </a:solidFill>
              </a:defRPr>
            </a:lvl4pPr>
            <a:lvl5pPr algn="l">
              <a:defRPr sz="3375" b="1">
                <a:solidFill>
                  <a:srgbClr val="FFFFFF"/>
                </a:solidFill>
              </a:defRPr>
            </a:lvl5pPr>
            <a:lvl6pPr algn="l">
              <a:defRPr sz="3375" b="1">
                <a:solidFill>
                  <a:srgbClr val="FFFFFF"/>
                </a:solidFill>
              </a:defRPr>
            </a:lvl6pPr>
            <a:lvl7pPr algn="l">
              <a:defRPr sz="3375" b="1">
                <a:solidFill>
                  <a:srgbClr val="FFFFFF"/>
                </a:solidFill>
              </a:defRPr>
            </a:lvl7pPr>
            <a:lvl8pPr algn="l">
              <a:defRPr sz="3375" b="1">
                <a:solidFill>
                  <a:srgbClr val="FFFFFF"/>
                </a:solidFill>
              </a:defRPr>
            </a:lvl8pPr>
            <a:lvl9pPr algn="l">
              <a:defRPr sz="33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3375" b="1">
                <a:solidFill>
                  <a:srgbClr val="FFFFFF"/>
                </a:solidFill>
              </a:defRPr>
            </a:pPr>
            <a:r>
              <a:rPr sz="3375" b="1">
                <a:solidFill>
                  <a:srgbClr val="FFFFFF"/>
                </a:solidFill>
              </a:rPr>
              <a:t>+ 37,80 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389E3D-6191-4266-A475-F9A9A018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575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AFC2D5"/>
                </a:solidFill>
              </a:defRPr>
            </a:defPPr>
            <a:lvl1pPr algn="l">
              <a:defRPr sz="1425" b="0">
                <a:solidFill>
                  <a:srgbClr val="AFC2D5"/>
                </a:solidFill>
              </a:defRPr>
            </a:lvl1pPr>
            <a:lvl2pPr algn="l">
              <a:defRPr sz="1425" b="0">
                <a:solidFill>
                  <a:srgbClr val="AFC2D5"/>
                </a:solidFill>
              </a:defRPr>
            </a:lvl2pPr>
            <a:lvl3pPr algn="l">
              <a:defRPr sz="1425" b="0">
                <a:solidFill>
                  <a:srgbClr val="AFC2D5"/>
                </a:solidFill>
              </a:defRPr>
            </a:lvl3pPr>
            <a:lvl4pPr algn="l">
              <a:defRPr sz="1425" b="0">
                <a:solidFill>
                  <a:srgbClr val="AFC2D5"/>
                </a:solidFill>
              </a:defRPr>
            </a:lvl4pPr>
            <a:lvl5pPr algn="l">
              <a:defRPr sz="1425" b="0">
                <a:solidFill>
                  <a:srgbClr val="AFC2D5"/>
                </a:solidFill>
              </a:defRPr>
            </a:lvl5pPr>
            <a:lvl6pPr algn="l">
              <a:defRPr sz="1425" b="0">
                <a:solidFill>
                  <a:srgbClr val="AFC2D5"/>
                </a:solidFill>
              </a:defRPr>
            </a:lvl6pPr>
            <a:lvl7pPr algn="l">
              <a:defRPr sz="1425" b="0">
                <a:solidFill>
                  <a:srgbClr val="AFC2D5"/>
                </a:solidFill>
              </a:defRPr>
            </a:lvl7pPr>
            <a:lvl8pPr algn="l">
              <a:defRPr sz="1425" b="0">
                <a:solidFill>
                  <a:srgbClr val="AFC2D5"/>
                </a:solidFill>
              </a:defRPr>
            </a:lvl8pPr>
            <a:lvl9pPr algn="l">
              <a:defRPr sz="1425" b="0">
                <a:solidFill>
                  <a:srgbClr val="AFC2D5"/>
                </a:solidFill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AFC2D5"/>
                </a:solidFill>
              </a:defRPr>
            </a:pPr>
            <a:r>
              <a:rPr sz="1425" b="0">
                <a:solidFill>
                  <a:srgbClr val="AFC2D5"/>
                </a:solidFill>
              </a:rPr>
              <a:t>комиссия 2%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333086-D608-4683-B2DF-7C27824DF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48075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1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5DD1B3-211E-43CD-A78D-2CF806D0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05250"/>
            <a:ext cx="5905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5250" b="1">
                <a:solidFill>
                  <a:srgbClr val="AFC2FF"/>
                </a:solidFill>
              </a:defRPr>
            </a:defPPr>
            <a:lvl1pPr algn="l">
              <a:defRPr sz="5250" b="1">
                <a:solidFill>
                  <a:srgbClr val="AFC2FF"/>
                </a:solidFill>
              </a:defRPr>
            </a:lvl1pPr>
            <a:lvl2pPr algn="l">
              <a:defRPr sz="5250" b="1">
                <a:solidFill>
                  <a:srgbClr val="AFC2FF"/>
                </a:solidFill>
              </a:defRPr>
            </a:lvl2pPr>
            <a:lvl3pPr algn="l">
              <a:defRPr sz="5250" b="1">
                <a:solidFill>
                  <a:srgbClr val="AFC2FF"/>
                </a:solidFill>
              </a:defRPr>
            </a:lvl3pPr>
            <a:lvl4pPr algn="l">
              <a:defRPr sz="5250" b="1">
                <a:solidFill>
                  <a:srgbClr val="AFC2FF"/>
                </a:solidFill>
              </a:defRPr>
            </a:lvl4pPr>
            <a:lvl5pPr algn="l">
              <a:defRPr sz="5250" b="1">
                <a:solidFill>
                  <a:srgbClr val="AFC2FF"/>
                </a:solidFill>
              </a:defRPr>
            </a:lvl5pPr>
            <a:lvl6pPr algn="l">
              <a:defRPr sz="5250" b="1">
                <a:solidFill>
                  <a:srgbClr val="AFC2FF"/>
                </a:solidFill>
              </a:defRPr>
            </a:lvl6pPr>
            <a:lvl7pPr algn="l">
              <a:defRPr sz="5250" b="1">
                <a:solidFill>
                  <a:srgbClr val="AFC2FF"/>
                </a:solidFill>
              </a:defRPr>
            </a:lvl7pPr>
            <a:lvl8pPr algn="l">
              <a:defRPr sz="5250" b="1">
                <a:solidFill>
                  <a:srgbClr val="AFC2FF"/>
                </a:solidFill>
              </a:defRPr>
            </a:lvl8pPr>
            <a:lvl9pPr algn="l">
              <a:defRPr sz="5250" b="1">
                <a:solidFill>
                  <a:srgbClr val="AFC2FF"/>
                </a:solidFill>
              </a:defRPr>
            </a:lvl9pPr>
          </a:lstStyle>
          <a:p xmlns:a="http://schemas.openxmlformats.org/drawingml/2006/main">
            <a:pPr algn="l">
              <a:defRPr sz="5250" b="1">
                <a:solidFill>
                  <a:srgbClr val="AFC2FF"/>
                </a:solidFill>
              </a:defRPr>
            </a:pPr>
            <a:r>
              <a:rPr sz="5250" b="1">
                <a:solidFill>
                  <a:srgbClr val="AFC2FF"/>
                </a:solidFill>
              </a:rPr>
              <a:t>2 177,80 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757C06-DB97-42DD-9BAD-DBDDA25A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29175"/>
            <a:ext cx="504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FFFFF"/>
                </a:solidFill>
              </a:defRPr>
            </a:defPPr>
            <a:lvl1pPr algn="l">
              <a:defRPr sz="1575" b="0">
                <a:solidFill>
                  <a:srgbClr val="FFFFFF"/>
                </a:solidFill>
              </a:defRPr>
            </a:lvl1pPr>
            <a:lvl2pPr algn="l">
              <a:defRPr sz="1575" b="0">
                <a:solidFill>
                  <a:srgbClr val="FFFFFF"/>
                </a:solidFill>
              </a:defRPr>
            </a:lvl2pPr>
            <a:lvl3pPr algn="l">
              <a:defRPr sz="1575" b="0">
                <a:solidFill>
                  <a:srgbClr val="FFFFFF"/>
                </a:solidFill>
              </a:defRPr>
            </a:lvl3pPr>
            <a:lvl4pPr algn="l">
              <a:defRPr sz="1575" b="0">
                <a:solidFill>
                  <a:srgbClr val="FFFFFF"/>
                </a:solidFill>
              </a:defRPr>
            </a:lvl4pPr>
            <a:lvl5pPr algn="l">
              <a:defRPr sz="1575" b="0">
                <a:solidFill>
                  <a:srgbClr val="FFFFFF"/>
                </a:solidFill>
              </a:defRPr>
            </a:lvl5pPr>
            <a:lvl6pPr algn="l">
              <a:defRPr sz="1575" b="0">
                <a:solidFill>
                  <a:srgbClr val="FFFFFF"/>
                </a:solidFill>
              </a:defRPr>
            </a:lvl6pPr>
            <a:lvl7pPr algn="l">
              <a:defRPr sz="1575" b="0">
                <a:solidFill>
                  <a:srgbClr val="FFFFFF"/>
                </a:solidFill>
              </a:defRPr>
            </a:lvl7pPr>
            <a:lvl8pPr algn="l">
              <a:defRPr sz="1575" b="0">
                <a:solidFill>
                  <a:srgbClr val="FFFFFF"/>
                </a:solidFill>
              </a:defRPr>
            </a:lvl8pPr>
            <a:lvl9pPr algn="l">
              <a:defRPr sz="15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итог оплаты поставки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1AC4B0-410A-4288-9B82-5E6438DD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86200"/>
            <a:ext cx="447675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FFFFF"/>
                </a:solidFill>
              </a:defRPr>
            </a:defPPr>
            <a:lvl1pPr algn="l">
              <a:defRPr sz="1650" b="0">
                <a:solidFill>
                  <a:srgbClr val="FFFFFF"/>
                </a:solidFill>
              </a:defRPr>
            </a:lvl1pPr>
            <a:lvl2pPr algn="l">
              <a:defRPr sz="1650" b="0">
                <a:solidFill>
                  <a:srgbClr val="FFFFFF"/>
                </a:solidFill>
              </a:defRPr>
            </a:lvl2pPr>
            <a:lvl3pPr algn="l">
              <a:defRPr sz="1650" b="0">
                <a:solidFill>
                  <a:srgbClr val="FFFFFF"/>
                </a:solidFill>
              </a:defRPr>
            </a:lvl3pPr>
            <a:lvl4pPr algn="l">
              <a:defRPr sz="1650" b="0">
                <a:solidFill>
                  <a:srgbClr val="FFFFFF"/>
                </a:solidFill>
              </a:defRPr>
            </a:lvl4pPr>
            <a:lvl5pPr algn="l">
              <a:defRPr sz="1650" b="0">
                <a:solidFill>
                  <a:srgbClr val="FFFFFF"/>
                </a:solidFill>
              </a:defRPr>
            </a:lvl5pPr>
            <a:lvl6pPr algn="l">
              <a:defRPr sz="1650" b="0">
                <a:solidFill>
                  <a:srgbClr val="FFFFFF"/>
                </a:solidFill>
              </a:defRPr>
            </a:lvl6pPr>
            <a:lvl7pPr algn="l">
              <a:defRPr sz="1650" b="0">
                <a:solidFill>
                  <a:srgbClr val="FFFFFF"/>
                </a:solidFill>
              </a:defRPr>
            </a:lvl7pPr>
            <a:lvl8pPr algn="l">
              <a:defRPr sz="1650" b="0">
                <a:solidFill>
                  <a:srgbClr val="FFFFFF"/>
                </a:solidFill>
              </a:defRPr>
            </a:lvl8pPr>
            <a:lvl9pPr algn="l">
              <a:defRPr sz="16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</a:rPr>
              <a:t>Успешный платёж переводит заказ в обработку. Затем поставщик добавляет службу доставки, трек-номер и дату отправления.</a:t>
            </a:r>
          </a:p>
        </p:txBody>
      </p:sp>
    </p:spTree>
    <p:extLst>
      <p:ext uri="{BB962C8B-B14F-4D97-AF65-F5344CB8AC3E}">
        <p14:creationId xmlns:p14="http://schemas.microsoft.com/office/powerpoint/2010/main" val="4702991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CF9A2D-3CF0-4273-B5C1-12E808BD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72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18243C"/>
                </a:solidFill>
              </a:defRPr>
            </a:defPPr>
            <a:lvl1pPr algn="l">
              <a:defRPr sz="1875" b="1">
                <a:solidFill>
                  <a:srgbClr val="18243C"/>
                </a:solidFill>
              </a:defRPr>
            </a:lvl1pPr>
            <a:lvl2pPr algn="l">
              <a:defRPr sz="1875" b="1">
                <a:solidFill>
                  <a:srgbClr val="18243C"/>
                </a:solidFill>
              </a:defRPr>
            </a:lvl2pPr>
            <a:lvl3pPr algn="l">
              <a:defRPr sz="1875" b="1">
                <a:solidFill>
                  <a:srgbClr val="18243C"/>
                </a:solidFill>
              </a:defRPr>
            </a:lvl3pPr>
            <a:lvl4pPr algn="l">
              <a:defRPr sz="1875" b="1">
                <a:solidFill>
                  <a:srgbClr val="18243C"/>
                </a:solidFill>
              </a:defRPr>
            </a:lvl4pPr>
            <a:lvl5pPr algn="l">
              <a:defRPr sz="1875" b="1">
                <a:solidFill>
                  <a:srgbClr val="18243C"/>
                </a:solidFill>
              </a:defRPr>
            </a:lvl5pPr>
            <a:lvl6pPr algn="l">
              <a:defRPr sz="1875" b="1">
                <a:solidFill>
                  <a:srgbClr val="18243C"/>
                </a:solidFill>
              </a:defRPr>
            </a:lvl6pPr>
            <a:lvl7pPr algn="l">
              <a:defRPr sz="1875" b="1">
                <a:solidFill>
                  <a:srgbClr val="18243C"/>
                </a:solidFill>
              </a:defRPr>
            </a:lvl7pPr>
            <a:lvl8pPr algn="l">
              <a:defRPr sz="1875" b="1">
                <a:solidFill>
                  <a:srgbClr val="18243C"/>
                </a:solidFill>
              </a:defRPr>
            </a:lvl8pPr>
            <a:lvl9pPr algn="l">
              <a:defRPr sz="18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8243C"/>
                </a:solidFill>
              </a:defRPr>
            </a:pPr>
            <a:r>
              <a:rPr sz="1875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5B50B7-A202-4660-A69B-C4EA706A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85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285BEB"/>
                </a:solidFill>
              </a:defRPr>
            </a:defPPr>
            <a:lvl1pPr algn="l">
              <a:defRPr sz="1875" b="1">
                <a:solidFill>
                  <a:srgbClr val="285BEB"/>
                </a:solidFill>
              </a:defRPr>
            </a:lvl1pPr>
            <a:lvl2pPr algn="l">
              <a:defRPr sz="1875" b="1">
                <a:solidFill>
                  <a:srgbClr val="285BEB"/>
                </a:solidFill>
              </a:defRPr>
            </a:lvl2pPr>
            <a:lvl3pPr algn="l">
              <a:defRPr sz="1875" b="1">
                <a:solidFill>
                  <a:srgbClr val="285BEB"/>
                </a:solidFill>
              </a:defRPr>
            </a:lvl3pPr>
            <a:lvl4pPr algn="l">
              <a:defRPr sz="1875" b="1">
                <a:solidFill>
                  <a:srgbClr val="285BEB"/>
                </a:solidFill>
              </a:defRPr>
            </a:lvl4pPr>
            <a:lvl5pPr algn="l">
              <a:defRPr sz="1875" b="1">
                <a:solidFill>
                  <a:srgbClr val="285BEB"/>
                </a:solidFill>
              </a:defRPr>
            </a:lvl5pPr>
            <a:lvl6pPr algn="l">
              <a:defRPr sz="1875" b="1">
                <a:solidFill>
                  <a:srgbClr val="285BEB"/>
                </a:solidFill>
              </a:defRPr>
            </a:lvl6pPr>
            <a:lvl7pPr algn="l">
              <a:defRPr sz="1875" b="1">
                <a:solidFill>
                  <a:srgbClr val="285BEB"/>
                </a:solidFill>
              </a:defRPr>
            </a:lvl7pPr>
            <a:lvl8pPr algn="l">
              <a:defRPr sz="1875" b="1">
                <a:solidFill>
                  <a:srgbClr val="285BEB"/>
                </a:solidFill>
              </a:defRPr>
            </a:lvl8pPr>
            <a:lvl9pPr algn="l">
              <a:defRPr sz="18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85BEB"/>
                </a:solidFill>
              </a:defRPr>
            </a:pPr>
            <a:r>
              <a:rPr sz="1875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C6FA01-1915-43E8-B34F-F2BE65C2E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1D7B7C-CCCE-43F8-82F2-745EFA11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6202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АДМИНИСТРАТОР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79A096-2920-4400-9408-371D8F75B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858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8243C"/>
                </a:solidFill>
              </a:defRPr>
            </a:defPPr>
            <a:lvl1pPr algn="l">
              <a:defRPr sz="2850" b="1">
                <a:solidFill>
                  <a:srgbClr val="18243C"/>
                </a:solidFill>
              </a:defRPr>
            </a:lvl1pPr>
            <a:lvl2pPr algn="l">
              <a:defRPr sz="2850" b="1">
                <a:solidFill>
                  <a:srgbClr val="18243C"/>
                </a:solidFill>
              </a:defRPr>
            </a:lvl2pPr>
            <a:lvl3pPr algn="l">
              <a:defRPr sz="2850" b="1">
                <a:solidFill>
                  <a:srgbClr val="18243C"/>
                </a:solidFill>
              </a:defRPr>
            </a:lvl3pPr>
            <a:lvl4pPr algn="l">
              <a:defRPr sz="2850" b="1">
                <a:solidFill>
                  <a:srgbClr val="18243C"/>
                </a:solidFill>
              </a:defRPr>
            </a:lvl4pPr>
            <a:lvl5pPr algn="l">
              <a:defRPr sz="2850" b="1">
                <a:solidFill>
                  <a:srgbClr val="18243C"/>
                </a:solidFill>
              </a:defRPr>
            </a:lvl5pPr>
            <a:lvl6pPr algn="l">
              <a:defRPr sz="2850" b="1">
                <a:solidFill>
                  <a:srgbClr val="18243C"/>
                </a:solidFill>
              </a:defRPr>
            </a:lvl6pPr>
            <a:lvl7pPr algn="l">
              <a:defRPr sz="2850" b="1">
                <a:solidFill>
                  <a:srgbClr val="18243C"/>
                </a:solidFill>
              </a:defRPr>
            </a:lvl7pPr>
            <a:lvl8pPr algn="l">
              <a:defRPr sz="2850" b="1">
                <a:solidFill>
                  <a:srgbClr val="18243C"/>
                </a:solidFill>
              </a:defRPr>
            </a:lvl8pPr>
            <a:lvl9pPr algn="l"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Контроль участников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1404F1-0E3A-472D-A226-3EA8D21B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DAA811-2058-4D60-9D56-D9E66D8E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0">
                <a:solidFill>
                  <a:srgbClr val="738096"/>
                </a:solidFill>
              </a:defRPr>
            </a:defPPr>
            <a:lvl1pPr algn="r">
              <a:defRPr sz="1050" b="0">
                <a:solidFill>
                  <a:srgbClr val="738096"/>
                </a:solidFill>
              </a:defRPr>
            </a:lvl1pPr>
            <a:lvl2pPr algn="r">
              <a:defRPr sz="1050" b="0">
                <a:solidFill>
                  <a:srgbClr val="738096"/>
                </a:solidFill>
              </a:defRPr>
            </a:lvl2pPr>
            <a:lvl3pPr algn="r">
              <a:defRPr sz="1050" b="0">
                <a:solidFill>
                  <a:srgbClr val="738096"/>
                </a:solidFill>
              </a:defRPr>
            </a:lvl3pPr>
            <a:lvl4pPr algn="r">
              <a:defRPr sz="1050" b="0">
                <a:solidFill>
                  <a:srgbClr val="738096"/>
                </a:solidFill>
              </a:defRPr>
            </a:lvl4pPr>
            <a:lvl5pPr algn="r">
              <a:defRPr sz="1050" b="0">
                <a:solidFill>
                  <a:srgbClr val="738096"/>
                </a:solidFill>
              </a:defRPr>
            </a:lvl5pPr>
            <a:lvl6pPr algn="r">
              <a:defRPr sz="1050" b="0">
                <a:solidFill>
                  <a:srgbClr val="738096"/>
                </a:solidFill>
              </a:defRPr>
            </a:lvl6pPr>
            <a:lvl7pPr algn="r">
              <a:defRPr sz="1050" b="0">
                <a:solidFill>
                  <a:srgbClr val="738096"/>
                </a:solidFill>
              </a:defRPr>
            </a:lvl7pPr>
            <a:lvl8pPr algn="r">
              <a:defRPr sz="1050" b="0">
                <a:solidFill>
                  <a:srgbClr val="738096"/>
                </a:solidFill>
              </a:defRPr>
            </a:lvl8pPr>
            <a:lvl9pPr algn="r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8CD4BF-2E68-4056-969C-B562CDEF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19325"/>
            <a:ext cx="457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00" b="1">
                <a:solidFill>
                  <a:srgbClr val="285BEB"/>
                </a:solidFill>
              </a:defRPr>
            </a:defPPr>
            <a:lvl1pPr algn="l">
              <a:defRPr sz="2400" b="1">
                <a:solidFill>
                  <a:srgbClr val="285BEB"/>
                </a:solidFill>
              </a:defRPr>
            </a:lvl1pPr>
            <a:lvl2pPr algn="l">
              <a:defRPr sz="2400" b="1">
                <a:solidFill>
                  <a:srgbClr val="285BEB"/>
                </a:solidFill>
              </a:defRPr>
            </a:lvl2pPr>
            <a:lvl3pPr algn="l">
              <a:defRPr sz="2400" b="1">
                <a:solidFill>
                  <a:srgbClr val="285BEB"/>
                </a:solidFill>
              </a:defRPr>
            </a:lvl3pPr>
            <a:lvl4pPr algn="l">
              <a:defRPr sz="2400" b="1">
                <a:solidFill>
                  <a:srgbClr val="285BEB"/>
                </a:solidFill>
              </a:defRPr>
            </a:lvl4pPr>
            <a:lvl5pPr algn="l">
              <a:defRPr sz="2400" b="1">
                <a:solidFill>
                  <a:srgbClr val="285BEB"/>
                </a:solidFill>
              </a:defRPr>
            </a:lvl5pPr>
            <a:lvl6pPr algn="l">
              <a:defRPr sz="2400" b="1">
                <a:solidFill>
                  <a:srgbClr val="285BEB"/>
                </a:solidFill>
              </a:defRPr>
            </a:lvl6pPr>
            <a:lvl7pPr algn="l">
              <a:defRPr sz="2400" b="1">
                <a:solidFill>
                  <a:srgbClr val="285BEB"/>
                </a:solidFill>
              </a:defRPr>
            </a:lvl7pPr>
            <a:lvl8pPr algn="l">
              <a:defRPr sz="2400" b="1">
                <a:solidFill>
                  <a:srgbClr val="285BEB"/>
                </a:solidFill>
              </a:defRPr>
            </a:lvl8pPr>
            <a:lvl9pPr algn="l">
              <a:defRPr sz="240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285BEB"/>
                </a:solidFill>
              </a:defRPr>
            </a:pPr>
            <a:r>
              <a:rPr sz="2400" b="1">
                <a:solidFill>
                  <a:srgbClr val="285BEB"/>
                </a:solidFill>
              </a:rPr>
              <a:t>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A9BFD8-2432-4176-A7A7-E5658091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19325"/>
            <a:ext cx="4619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18243C"/>
                </a:solidFill>
              </a:defRPr>
            </a:defPPr>
            <a:lvl1pPr algn="l">
              <a:defRPr sz="2100" b="1">
                <a:solidFill>
                  <a:srgbClr val="18243C"/>
                </a:solidFill>
              </a:defRPr>
            </a:lvl1pPr>
            <a:lvl2pPr algn="l">
              <a:defRPr sz="2100" b="1">
                <a:solidFill>
                  <a:srgbClr val="18243C"/>
                </a:solidFill>
              </a:defRPr>
            </a:lvl2pPr>
            <a:lvl3pPr algn="l">
              <a:defRPr sz="2100" b="1">
                <a:solidFill>
                  <a:srgbClr val="18243C"/>
                </a:solidFill>
              </a:defRPr>
            </a:lvl3pPr>
            <a:lvl4pPr algn="l">
              <a:defRPr sz="2100" b="1">
                <a:solidFill>
                  <a:srgbClr val="18243C"/>
                </a:solidFill>
              </a:defRPr>
            </a:lvl4pPr>
            <a:lvl5pPr algn="l">
              <a:defRPr sz="2100" b="1">
                <a:solidFill>
                  <a:srgbClr val="18243C"/>
                </a:solidFill>
              </a:defRPr>
            </a:lvl5pPr>
            <a:lvl6pPr algn="l">
              <a:defRPr sz="2100" b="1">
                <a:solidFill>
                  <a:srgbClr val="18243C"/>
                </a:solidFill>
              </a:defRPr>
            </a:lvl6pPr>
            <a:lvl7pPr algn="l">
              <a:defRPr sz="2100" b="1">
                <a:solidFill>
                  <a:srgbClr val="18243C"/>
                </a:solidFill>
              </a:defRPr>
            </a:lvl7pPr>
            <a:lvl8pPr algn="l">
              <a:defRPr sz="2100" b="1">
                <a:solidFill>
                  <a:srgbClr val="18243C"/>
                </a:solidFill>
              </a:defRPr>
            </a:lvl8pPr>
            <a:lvl9pPr algn="l">
              <a:defRPr sz="21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8243C"/>
                </a:solidFill>
              </a:defRPr>
            </a:pPr>
            <a:r>
              <a:rPr sz="2100" b="1">
                <a:solidFill>
                  <a:srgbClr val="18243C"/>
                </a:solidFill>
              </a:rPr>
              <a:t>Открыть карточку пользователя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4E618B-F1C8-4C0B-95EC-C42214015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81325"/>
            <a:ext cx="47625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18243C"/>
                </a:solidFill>
              </a:defRPr>
            </a:defPPr>
            <a:lvl1pPr algn="l">
              <a:defRPr sz="1725" b="0">
                <a:solidFill>
                  <a:srgbClr val="18243C"/>
                </a:solidFill>
              </a:defRPr>
            </a:lvl1pPr>
            <a:lvl2pPr algn="l">
              <a:defRPr sz="1725" b="0">
                <a:solidFill>
                  <a:srgbClr val="18243C"/>
                </a:solidFill>
              </a:defRPr>
            </a:lvl2pPr>
            <a:lvl3pPr algn="l">
              <a:defRPr sz="1725" b="0">
                <a:solidFill>
                  <a:srgbClr val="18243C"/>
                </a:solidFill>
              </a:defRPr>
            </a:lvl3pPr>
            <a:lvl4pPr algn="l">
              <a:defRPr sz="1725" b="0">
                <a:solidFill>
                  <a:srgbClr val="18243C"/>
                </a:solidFill>
              </a:defRPr>
            </a:lvl4pPr>
            <a:lvl5pPr algn="l">
              <a:defRPr sz="1725" b="0">
                <a:solidFill>
                  <a:srgbClr val="18243C"/>
                </a:solidFill>
              </a:defRPr>
            </a:lvl5pPr>
            <a:lvl6pPr algn="l">
              <a:defRPr sz="1725" b="0">
                <a:solidFill>
                  <a:srgbClr val="18243C"/>
                </a:solidFill>
              </a:defRPr>
            </a:lvl6pPr>
            <a:lvl7pPr algn="l">
              <a:defRPr sz="1725" b="0">
                <a:solidFill>
                  <a:srgbClr val="18243C"/>
                </a:solidFill>
              </a:defRPr>
            </a:lvl7pPr>
            <a:lvl8pPr algn="l">
              <a:defRPr sz="1725" b="0">
                <a:solidFill>
                  <a:srgbClr val="18243C"/>
                </a:solidFill>
              </a:defRPr>
            </a:lvl8pPr>
            <a:lvl9pPr algn="l"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Из списка участников администратор открывает профиль пользователя. В карточке собраны сведения об аккаунте, его товарах и заказах.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959B72-C3A6-4ED5-8E84-E4F38C55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0"/>
            <a:ext cx="4762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285BEB"/>
                </a:solidFill>
              </a:defRPr>
            </a:defPPr>
            <a:lvl1pPr algn="l">
              <a:defRPr sz="1650" b="1">
                <a:solidFill>
                  <a:srgbClr val="285BEB"/>
                </a:solidFill>
              </a:defRPr>
            </a:lvl1pPr>
            <a:lvl2pPr algn="l">
              <a:defRPr sz="1650" b="1">
                <a:solidFill>
                  <a:srgbClr val="285BEB"/>
                </a:solidFill>
              </a:defRPr>
            </a:lvl2pPr>
            <a:lvl3pPr algn="l">
              <a:defRPr sz="1650" b="1">
                <a:solidFill>
                  <a:srgbClr val="285BEB"/>
                </a:solidFill>
              </a:defRPr>
            </a:lvl3pPr>
            <a:lvl4pPr algn="l">
              <a:defRPr sz="1650" b="1">
                <a:solidFill>
                  <a:srgbClr val="285BEB"/>
                </a:solidFill>
              </a:defRPr>
            </a:lvl4pPr>
            <a:lvl5pPr algn="l">
              <a:defRPr sz="1650" b="1">
                <a:solidFill>
                  <a:srgbClr val="285BEB"/>
                </a:solidFill>
              </a:defRPr>
            </a:lvl5pPr>
            <a:lvl6pPr algn="l">
              <a:defRPr sz="1650" b="1">
                <a:solidFill>
                  <a:srgbClr val="285BEB"/>
                </a:solidFill>
              </a:defRPr>
            </a:lvl6pPr>
            <a:lvl7pPr algn="l">
              <a:defRPr sz="1650" b="1">
                <a:solidFill>
                  <a:srgbClr val="285BEB"/>
                </a:solidFill>
              </a:defRPr>
            </a:lvl7pPr>
            <a:lvl8pPr algn="l">
              <a:defRPr sz="1650" b="1">
                <a:solidFill>
                  <a:srgbClr val="285BEB"/>
                </a:solidFill>
              </a:defRPr>
            </a:lvl8pPr>
            <a:lvl9pPr algn="l">
              <a:defRPr sz="16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85BEB"/>
                </a:solidFill>
              </a:defRPr>
            </a:pPr>
            <a:r>
              <a:rPr sz="1650" b="1">
                <a:solidFill>
                  <a:srgbClr val="285BEB"/>
                </a:solidFill>
              </a:rPr>
              <a:t>Так связаны доступ к платформе и действия конкретного участника.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C780C8-4BFF-4823-8F19-FD797A53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33600"/>
            <a:ext cx="5734050" cy="3657600"/>
          </a:xfrm>
          <a:prstGeom xmlns:a="http://schemas.openxmlformats.org/drawingml/2006/main" prst="roundRect">
            <a:avLst>
              <a:gd name="adj" fmla="val 20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FE6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7F8619-E4CD-41D9-BBDC-815DC844E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295525"/>
            <a:ext cx="5410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39C827-F00C-4601-8E8F-DD47E7DD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314575"/>
            <a:ext cx="520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МЕСТО ДЛЯ СКРИНШОТА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E82B6D-B8FD-4FA5-AC56-BD29DA072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956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18243C"/>
                </a:solidFill>
              </a:defRPr>
            </a:defPPr>
            <a:lvl1pPr algn="l">
              <a:defRPr sz="1950" b="1">
                <a:solidFill>
                  <a:srgbClr val="18243C"/>
                </a:solidFill>
              </a:defRPr>
            </a:lvl1pPr>
            <a:lvl2pPr algn="l">
              <a:defRPr sz="1950" b="1">
                <a:solidFill>
                  <a:srgbClr val="18243C"/>
                </a:solidFill>
              </a:defRPr>
            </a:lvl2pPr>
            <a:lvl3pPr algn="l">
              <a:defRPr sz="1950" b="1">
                <a:solidFill>
                  <a:srgbClr val="18243C"/>
                </a:solidFill>
              </a:defRPr>
            </a:lvl3pPr>
            <a:lvl4pPr algn="l">
              <a:defRPr sz="1950" b="1">
                <a:solidFill>
                  <a:srgbClr val="18243C"/>
                </a:solidFill>
              </a:defRPr>
            </a:lvl4pPr>
            <a:lvl5pPr algn="l">
              <a:defRPr sz="1950" b="1">
                <a:solidFill>
                  <a:srgbClr val="18243C"/>
                </a:solidFill>
              </a:defRPr>
            </a:lvl5pPr>
            <a:lvl6pPr algn="l">
              <a:defRPr sz="1950" b="1">
                <a:solidFill>
                  <a:srgbClr val="18243C"/>
                </a:solidFill>
              </a:defRPr>
            </a:lvl6pPr>
            <a:lvl7pPr algn="l">
              <a:defRPr sz="1950" b="1">
                <a:solidFill>
                  <a:srgbClr val="18243C"/>
                </a:solidFill>
              </a:defRPr>
            </a:lvl7pPr>
            <a:lvl8pPr algn="l">
              <a:defRPr sz="1950" b="1">
                <a:solidFill>
                  <a:srgbClr val="18243C"/>
                </a:solidFill>
              </a:defRPr>
            </a:lvl8pPr>
            <a:lvl9pPr algn="l">
              <a:defRPr sz="19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8243C"/>
                </a:solidFill>
              </a:defRPr>
            </a:pPr>
            <a:r>
              <a:rPr sz="1950" b="1">
                <a:solidFill>
                  <a:srgbClr val="18243C"/>
                </a:solidFill>
              </a:rPr>
              <a:t>Карточка участника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18DFE3-0AFB-4981-B4E0-5ADA8F24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695700"/>
            <a:ext cx="5200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738096"/>
                </a:solidFill>
              </a:defRPr>
            </a:defPPr>
            <a:lvl1pPr algn="l">
              <a:defRPr sz="1500" b="0">
                <a:solidFill>
                  <a:srgbClr val="738096"/>
                </a:solidFill>
              </a:defRPr>
            </a:lvl1pPr>
            <a:lvl2pPr algn="l">
              <a:defRPr sz="1500" b="0">
                <a:solidFill>
                  <a:srgbClr val="738096"/>
                </a:solidFill>
              </a:defRPr>
            </a:lvl2pPr>
            <a:lvl3pPr algn="l">
              <a:defRPr sz="1500" b="0">
                <a:solidFill>
                  <a:srgbClr val="738096"/>
                </a:solidFill>
              </a:defRPr>
            </a:lvl3pPr>
            <a:lvl4pPr algn="l">
              <a:defRPr sz="1500" b="0">
                <a:solidFill>
                  <a:srgbClr val="738096"/>
                </a:solidFill>
              </a:defRPr>
            </a:lvl4pPr>
            <a:lvl5pPr algn="l">
              <a:defRPr sz="1500" b="0">
                <a:solidFill>
                  <a:srgbClr val="738096"/>
                </a:solidFill>
              </a:defRPr>
            </a:lvl5pPr>
            <a:lvl6pPr algn="l">
              <a:defRPr sz="1500" b="0">
                <a:solidFill>
                  <a:srgbClr val="738096"/>
                </a:solidFill>
              </a:defRPr>
            </a:lvl6pPr>
            <a:lvl7pPr algn="l">
              <a:defRPr sz="1500" b="0">
                <a:solidFill>
                  <a:srgbClr val="738096"/>
                </a:solidFill>
              </a:defRPr>
            </a:lvl7pPr>
            <a:lvl8pPr algn="l">
              <a:defRPr sz="1500" b="0">
                <a:solidFill>
                  <a:srgbClr val="738096"/>
                </a:solidFill>
              </a:defRPr>
            </a:lvl8pPr>
            <a:lvl9pPr algn="l">
              <a:defRPr sz="15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738096"/>
                </a:solidFill>
              </a:defRPr>
            </a:pPr>
            <a:r>
              <a:rPr sz="1500" b="0">
                <a:solidFill>
                  <a:srgbClr val="738096"/>
                </a:solidFill>
              </a:rPr>
              <a:t>Откройте роль администратора → «Пользователи» → пользователя по клику. Покажите блоки профиля, товаров и заказов.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F12333-1E32-418E-A499-7DA11924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67325"/>
            <a:ext cx="520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738096"/>
                </a:solidFill>
              </a:defRPr>
            </a:defPPr>
            <a:lvl1pPr algn="l">
              <a:defRPr sz="1050" b="0">
                <a:solidFill>
                  <a:srgbClr val="738096"/>
                </a:solidFill>
              </a:defRPr>
            </a:lvl1pPr>
            <a:lvl2pPr algn="l">
              <a:defRPr sz="1050" b="0">
                <a:solidFill>
                  <a:srgbClr val="738096"/>
                </a:solidFill>
              </a:defRPr>
            </a:lvl2pPr>
            <a:lvl3pPr algn="l">
              <a:defRPr sz="1050" b="0">
                <a:solidFill>
                  <a:srgbClr val="738096"/>
                </a:solidFill>
              </a:defRPr>
            </a:lvl3pPr>
            <a:lvl4pPr algn="l">
              <a:defRPr sz="1050" b="0">
                <a:solidFill>
                  <a:srgbClr val="738096"/>
                </a:solidFill>
              </a:defRPr>
            </a:lvl4pPr>
            <a:lvl5pPr algn="l">
              <a:defRPr sz="1050" b="0">
                <a:solidFill>
                  <a:srgbClr val="738096"/>
                </a:solidFill>
              </a:defRPr>
            </a:lvl5pPr>
            <a:lvl6pPr algn="l">
              <a:defRPr sz="1050" b="0">
                <a:solidFill>
                  <a:srgbClr val="738096"/>
                </a:solidFill>
              </a:defRPr>
            </a:lvl6pPr>
            <a:lvl7pPr algn="l">
              <a:defRPr sz="1050" b="0">
                <a:solidFill>
                  <a:srgbClr val="738096"/>
                </a:solidFill>
              </a:defRPr>
            </a:lvl7pPr>
            <a:lvl8pPr algn="l">
              <a:defRPr sz="1050" b="0">
                <a:solidFill>
                  <a:srgbClr val="738096"/>
                </a:solidFill>
              </a:defRPr>
            </a:lvl8pPr>
            <a:lvl9pPr algn="l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Замените этот прямоугольник изображением из HTML-прототипа</a:t>
            </a:r>
          </a:p>
        </p:txBody>
      </p:sp>
    </p:spTree>
    <p:extLst>
      <p:ext uri="{BB962C8B-B14F-4D97-AF65-F5344CB8AC3E}">
        <p14:creationId xmlns:p14="http://schemas.microsoft.com/office/powerpoint/2010/main" val="34939495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0F8447-7477-4C37-A12B-4266E2D4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72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18243C"/>
                </a:solidFill>
              </a:defRPr>
            </a:defPPr>
            <a:lvl1pPr algn="l">
              <a:defRPr sz="1875" b="1">
                <a:solidFill>
                  <a:srgbClr val="18243C"/>
                </a:solidFill>
              </a:defRPr>
            </a:lvl1pPr>
            <a:lvl2pPr algn="l">
              <a:defRPr sz="1875" b="1">
                <a:solidFill>
                  <a:srgbClr val="18243C"/>
                </a:solidFill>
              </a:defRPr>
            </a:lvl2pPr>
            <a:lvl3pPr algn="l">
              <a:defRPr sz="1875" b="1">
                <a:solidFill>
                  <a:srgbClr val="18243C"/>
                </a:solidFill>
              </a:defRPr>
            </a:lvl3pPr>
            <a:lvl4pPr algn="l">
              <a:defRPr sz="1875" b="1">
                <a:solidFill>
                  <a:srgbClr val="18243C"/>
                </a:solidFill>
              </a:defRPr>
            </a:lvl4pPr>
            <a:lvl5pPr algn="l">
              <a:defRPr sz="1875" b="1">
                <a:solidFill>
                  <a:srgbClr val="18243C"/>
                </a:solidFill>
              </a:defRPr>
            </a:lvl5pPr>
            <a:lvl6pPr algn="l">
              <a:defRPr sz="1875" b="1">
                <a:solidFill>
                  <a:srgbClr val="18243C"/>
                </a:solidFill>
              </a:defRPr>
            </a:lvl6pPr>
            <a:lvl7pPr algn="l">
              <a:defRPr sz="1875" b="1">
                <a:solidFill>
                  <a:srgbClr val="18243C"/>
                </a:solidFill>
              </a:defRPr>
            </a:lvl7pPr>
            <a:lvl8pPr algn="l">
              <a:defRPr sz="1875" b="1">
                <a:solidFill>
                  <a:srgbClr val="18243C"/>
                </a:solidFill>
              </a:defRPr>
            </a:lvl8pPr>
            <a:lvl9pPr algn="l">
              <a:defRPr sz="18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8243C"/>
                </a:solidFill>
              </a:defRPr>
            </a:pPr>
            <a:r>
              <a:rPr sz="1875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F3517E-C73F-44D2-9C76-EA8263980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85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285BEB"/>
                </a:solidFill>
              </a:defRPr>
            </a:defPPr>
            <a:lvl1pPr algn="l">
              <a:defRPr sz="1875" b="1">
                <a:solidFill>
                  <a:srgbClr val="285BEB"/>
                </a:solidFill>
              </a:defRPr>
            </a:lvl1pPr>
            <a:lvl2pPr algn="l">
              <a:defRPr sz="1875" b="1">
                <a:solidFill>
                  <a:srgbClr val="285BEB"/>
                </a:solidFill>
              </a:defRPr>
            </a:lvl2pPr>
            <a:lvl3pPr algn="l">
              <a:defRPr sz="1875" b="1">
                <a:solidFill>
                  <a:srgbClr val="285BEB"/>
                </a:solidFill>
              </a:defRPr>
            </a:lvl3pPr>
            <a:lvl4pPr algn="l">
              <a:defRPr sz="1875" b="1">
                <a:solidFill>
                  <a:srgbClr val="285BEB"/>
                </a:solidFill>
              </a:defRPr>
            </a:lvl4pPr>
            <a:lvl5pPr algn="l">
              <a:defRPr sz="1875" b="1">
                <a:solidFill>
                  <a:srgbClr val="285BEB"/>
                </a:solidFill>
              </a:defRPr>
            </a:lvl5pPr>
            <a:lvl6pPr algn="l">
              <a:defRPr sz="1875" b="1">
                <a:solidFill>
                  <a:srgbClr val="285BEB"/>
                </a:solidFill>
              </a:defRPr>
            </a:lvl6pPr>
            <a:lvl7pPr algn="l">
              <a:defRPr sz="1875" b="1">
                <a:solidFill>
                  <a:srgbClr val="285BEB"/>
                </a:solidFill>
              </a:defRPr>
            </a:lvl7pPr>
            <a:lvl8pPr algn="l">
              <a:defRPr sz="1875" b="1">
                <a:solidFill>
                  <a:srgbClr val="285BEB"/>
                </a:solidFill>
              </a:defRPr>
            </a:lvl8pPr>
            <a:lvl9pPr algn="l">
              <a:defRPr sz="18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85BEB"/>
                </a:solidFill>
              </a:defRPr>
            </a:pPr>
            <a:r>
              <a:rPr sz="1875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2A5B22-507E-45DD-AF0E-72BA76636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DA4AF4-206B-4D40-A06A-E43A4B43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6202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ОБЗОР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F71033-6862-4BE2-81E5-3D5CB7AE2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858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8243C"/>
                </a:solidFill>
              </a:defRPr>
            </a:defPPr>
            <a:lvl1pPr algn="l">
              <a:defRPr sz="2850" b="1">
                <a:solidFill>
                  <a:srgbClr val="18243C"/>
                </a:solidFill>
              </a:defRPr>
            </a:lvl1pPr>
            <a:lvl2pPr algn="l">
              <a:defRPr sz="2850" b="1">
                <a:solidFill>
                  <a:srgbClr val="18243C"/>
                </a:solidFill>
              </a:defRPr>
            </a:lvl2pPr>
            <a:lvl3pPr algn="l">
              <a:defRPr sz="2850" b="1">
                <a:solidFill>
                  <a:srgbClr val="18243C"/>
                </a:solidFill>
              </a:defRPr>
            </a:lvl3pPr>
            <a:lvl4pPr algn="l">
              <a:defRPr sz="2850" b="1">
                <a:solidFill>
                  <a:srgbClr val="18243C"/>
                </a:solidFill>
              </a:defRPr>
            </a:lvl4pPr>
            <a:lvl5pPr algn="l">
              <a:defRPr sz="2850" b="1">
                <a:solidFill>
                  <a:srgbClr val="18243C"/>
                </a:solidFill>
              </a:defRPr>
            </a:lvl5pPr>
            <a:lvl6pPr algn="l">
              <a:defRPr sz="2850" b="1">
                <a:solidFill>
                  <a:srgbClr val="18243C"/>
                </a:solidFill>
              </a:defRPr>
            </a:lvl6pPr>
            <a:lvl7pPr algn="l">
              <a:defRPr sz="2850" b="1">
                <a:solidFill>
                  <a:srgbClr val="18243C"/>
                </a:solidFill>
              </a:defRPr>
            </a:lvl7pPr>
            <a:lvl8pPr algn="l">
              <a:defRPr sz="2850" b="1">
                <a:solidFill>
                  <a:srgbClr val="18243C"/>
                </a:solidFill>
              </a:defRPr>
            </a:lvl8pPr>
            <a:lvl9pPr algn="l"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Статистика по ролям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83096A-DE0C-4AF2-A6E9-7064BDA9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306825-BC03-4DDF-A7DD-901356D3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0">
                <a:solidFill>
                  <a:srgbClr val="738096"/>
                </a:solidFill>
              </a:defRPr>
            </a:defPPr>
            <a:lvl1pPr algn="r">
              <a:defRPr sz="1050" b="0">
                <a:solidFill>
                  <a:srgbClr val="738096"/>
                </a:solidFill>
              </a:defRPr>
            </a:lvl1pPr>
            <a:lvl2pPr algn="r">
              <a:defRPr sz="1050" b="0">
                <a:solidFill>
                  <a:srgbClr val="738096"/>
                </a:solidFill>
              </a:defRPr>
            </a:lvl2pPr>
            <a:lvl3pPr algn="r">
              <a:defRPr sz="1050" b="0">
                <a:solidFill>
                  <a:srgbClr val="738096"/>
                </a:solidFill>
              </a:defRPr>
            </a:lvl3pPr>
            <a:lvl4pPr algn="r">
              <a:defRPr sz="1050" b="0">
                <a:solidFill>
                  <a:srgbClr val="738096"/>
                </a:solidFill>
              </a:defRPr>
            </a:lvl4pPr>
            <a:lvl5pPr algn="r">
              <a:defRPr sz="1050" b="0">
                <a:solidFill>
                  <a:srgbClr val="738096"/>
                </a:solidFill>
              </a:defRPr>
            </a:lvl5pPr>
            <a:lvl6pPr algn="r">
              <a:defRPr sz="1050" b="0">
                <a:solidFill>
                  <a:srgbClr val="738096"/>
                </a:solidFill>
              </a:defRPr>
            </a:lvl6pPr>
            <a:lvl7pPr algn="r">
              <a:defRPr sz="1050" b="0">
                <a:solidFill>
                  <a:srgbClr val="738096"/>
                </a:solidFill>
              </a:defRPr>
            </a:lvl7pPr>
            <a:lvl8pPr algn="r">
              <a:defRPr sz="1050" b="0">
                <a:solidFill>
                  <a:srgbClr val="738096"/>
                </a:solidFill>
              </a:defRPr>
            </a:lvl8pPr>
            <a:lvl9pPr algn="r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7C178A-BF0B-4E2E-A1A8-C88CDD4A8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14575"/>
            <a:ext cx="4191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285BEB"/>
                </a:solidFill>
              </a:defRPr>
            </a:defPPr>
            <a:lvl1pPr algn="l">
              <a:defRPr sz="1950" b="1">
                <a:solidFill>
                  <a:srgbClr val="285BEB"/>
                </a:solidFill>
              </a:defRPr>
            </a:lvl1pPr>
            <a:lvl2pPr algn="l">
              <a:defRPr sz="1950" b="1">
                <a:solidFill>
                  <a:srgbClr val="285BEB"/>
                </a:solidFill>
              </a:defRPr>
            </a:lvl2pPr>
            <a:lvl3pPr algn="l">
              <a:defRPr sz="1950" b="1">
                <a:solidFill>
                  <a:srgbClr val="285BEB"/>
                </a:solidFill>
              </a:defRPr>
            </a:lvl3pPr>
            <a:lvl4pPr algn="l">
              <a:defRPr sz="1950" b="1">
                <a:solidFill>
                  <a:srgbClr val="285BEB"/>
                </a:solidFill>
              </a:defRPr>
            </a:lvl4pPr>
            <a:lvl5pPr algn="l">
              <a:defRPr sz="1950" b="1">
                <a:solidFill>
                  <a:srgbClr val="285BEB"/>
                </a:solidFill>
              </a:defRPr>
            </a:lvl5pPr>
            <a:lvl6pPr algn="l">
              <a:defRPr sz="1950" b="1">
                <a:solidFill>
                  <a:srgbClr val="285BEB"/>
                </a:solidFill>
              </a:defRPr>
            </a:lvl6pPr>
            <a:lvl7pPr algn="l">
              <a:defRPr sz="1950" b="1">
                <a:solidFill>
                  <a:srgbClr val="285BEB"/>
                </a:solidFill>
              </a:defRPr>
            </a:lvl7pPr>
            <a:lvl8pPr algn="l">
              <a:defRPr sz="1950" b="1">
                <a:solidFill>
                  <a:srgbClr val="285BEB"/>
                </a:solidFill>
              </a:defRPr>
            </a:lvl8pPr>
            <a:lvl9pPr algn="l">
              <a:defRPr sz="19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85BEB"/>
                </a:solidFill>
              </a:defRPr>
            </a:pPr>
            <a:r>
              <a:rPr sz="1950" b="1">
                <a:solidFill>
                  <a:srgbClr val="285BEB"/>
                </a:solidFill>
              </a:rPr>
              <a:t>Дропшиппер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A45CA6-2987-4527-9B47-5FA40CAC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00350"/>
            <a:ext cx="43148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18243C"/>
                </a:solidFill>
              </a:defRPr>
            </a:defPPr>
            <a:lvl1pPr algn="l">
              <a:defRPr sz="1575" b="0">
                <a:solidFill>
                  <a:srgbClr val="18243C"/>
                </a:solidFill>
              </a:defRPr>
            </a:lvl1pPr>
            <a:lvl2pPr algn="l">
              <a:defRPr sz="1575" b="0">
                <a:solidFill>
                  <a:srgbClr val="18243C"/>
                </a:solidFill>
              </a:defRPr>
            </a:lvl2pPr>
            <a:lvl3pPr algn="l">
              <a:defRPr sz="1575" b="0">
                <a:solidFill>
                  <a:srgbClr val="18243C"/>
                </a:solidFill>
              </a:defRPr>
            </a:lvl3pPr>
            <a:lvl4pPr algn="l">
              <a:defRPr sz="1575" b="0">
                <a:solidFill>
                  <a:srgbClr val="18243C"/>
                </a:solidFill>
              </a:defRPr>
            </a:lvl4pPr>
            <a:lvl5pPr algn="l">
              <a:defRPr sz="1575" b="0">
                <a:solidFill>
                  <a:srgbClr val="18243C"/>
                </a:solidFill>
              </a:defRPr>
            </a:lvl5pPr>
            <a:lvl6pPr algn="l">
              <a:defRPr sz="1575" b="0">
                <a:solidFill>
                  <a:srgbClr val="18243C"/>
                </a:solidFill>
              </a:defRPr>
            </a:lvl6pPr>
            <a:lvl7pPr algn="l">
              <a:defRPr sz="1575" b="0">
                <a:solidFill>
                  <a:srgbClr val="18243C"/>
                </a:solidFill>
              </a:defRPr>
            </a:lvl7pPr>
            <a:lvl8pPr algn="l">
              <a:defRPr sz="1575" b="0">
                <a:solidFill>
                  <a:srgbClr val="18243C"/>
                </a:solidFill>
              </a:defRPr>
            </a:lvl8pPr>
            <a:lvl9pPr algn="l">
              <a:defRPr sz="157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8243C"/>
                </a:solidFill>
              </a:defRPr>
            </a:pPr>
            <a:r>
              <a:rPr sz="1575" b="0">
                <a:solidFill>
                  <a:srgbClr val="18243C"/>
                </a:solidFill>
              </a:rPr>
              <a:t>Товары, заказы, оплаченные поставки, расчётная маржа.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553BFE-3FDE-474A-956D-8B8731C0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00475"/>
            <a:ext cx="4191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285BEB"/>
                </a:solidFill>
              </a:defRPr>
            </a:defPPr>
            <a:lvl1pPr algn="l">
              <a:defRPr sz="1950" b="1">
                <a:solidFill>
                  <a:srgbClr val="285BEB"/>
                </a:solidFill>
              </a:defRPr>
            </a:lvl1pPr>
            <a:lvl2pPr algn="l">
              <a:defRPr sz="1950" b="1">
                <a:solidFill>
                  <a:srgbClr val="285BEB"/>
                </a:solidFill>
              </a:defRPr>
            </a:lvl2pPr>
            <a:lvl3pPr algn="l">
              <a:defRPr sz="1950" b="1">
                <a:solidFill>
                  <a:srgbClr val="285BEB"/>
                </a:solidFill>
              </a:defRPr>
            </a:lvl3pPr>
            <a:lvl4pPr algn="l">
              <a:defRPr sz="1950" b="1">
                <a:solidFill>
                  <a:srgbClr val="285BEB"/>
                </a:solidFill>
              </a:defRPr>
            </a:lvl4pPr>
            <a:lvl5pPr algn="l">
              <a:defRPr sz="1950" b="1">
                <a:solidFill>
                  <a:srgbClr val="285BEB"/>
                </a:solidFill>
              </a:defRPr>
            </a:lvl5pPr>
            <a:lvl6pPr algn="l">
              <a:defRPr sz="1950" b="1">
                <a:solidFill>
                  <a:srgbClr val="285BEB"/>
                </a:solidFill>
              </a:defRPr>
            </a:lvl6pPr>
            <a:lvl7pPr algn="l">
              <a:defRPr sz="1950" b="1">
                <a:solidFill>
                  <a:srgbClr val="285BEB"/>
                </a:solidFill>
              </a:defRPr>
            </a:lvl7pPr>
            <a:lvl8pPr algn="l">
              <a:defRPr sz="1950" b="1">
                <a:solidFill>
                  <a:srgbClr val="285BEB"/>
                </a:solidFill>
              </a:defRPr>
            </a:lvl8pPr>
            <a:lvl9pPr algn="l">
              <a:defRPr sz="19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85BEB"/>
                </a:solidFill>
              </a:defRPr>
            </a:pPr>
            <a:r>
              <a:rPr sz="1950" b="1">
                <a:solidFill>
                  <a:srgbClr val="285BEB"/>
                </a:solidFill>
              </a:rPr>
              <a:t>Поставщик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0A3997-5E06-43C8-B937-31CA7DB9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0"/>
            <a:ext cx="43148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18243C"/>
                </a:solidFill>
              </a:defRPr>
            </a:defPPr>
            <a:lvl1pPr algn="l">
              <a:defRPr sz="1575" b="0">
                <a:solidFill>
                  <a:srgbClr val="18243C"/>
                </a:solidFill>
              </a:defRPr>
            </a:lvl1pPr>
            <a:lvl2pPr algn="l">
              <a:defRPr sz="1575" b="0">
                <a:solidFill>
                  <a:srgbClr val="18243C"/>
                </a:solidFill>
              </a:defRPr>
            </a:lvl2pPr>
            <a:lvl3pPr algn="l">
              <a:defRPr sz="1575" b="0">
                <a:solidFill>
                  <a:srgbClr val="18243C"/>
                </a:solidFill>
              </a:defRPr>
            </a:lvl3pPr>
            <a:lvl4pPr algn="l">
              <a:defRPr sz="1575" b="0">
                <a:solidFill>
                  <a:srgbClr val="18243C"/>
                </a:solidFill>
              </a:defRPr>
            </a:lvl4pPr>
            <a:lvl5pPr algn="l">
              <a:defRPr sz="1575" b="0">
                <a:solidFill>
                  <a:srgbClr val="18243C"/>
                </a:solidFill>
              </a:defRPr>
            </a:lvl5pPr>
            <a:lvl6pPr algn="l">
              <a:defRPr sz="1575" b="0">
                <a:solidFill>
                  <a:srgbClr val="18243C"/>
                </a:solidFill>
              </a:defRPr>
            </a:lvl6pPr>
            <a:lvl7pPr algn="l">
              <a:defRPr sz="1575" b="0">
                <a:solidFill>
                  <a:srgbClr val="18243C"/>
                </a:solidFill>
              </a:defRPr>
            </a:lvl7pPr>
            <a:lvl8pPr algn="l">
              <a:defRPr sz="1575" b="0">
                <a:solidFill>
                  <a:srgbClr val="18243C"/>
                </a:solidFill>
              </a:defRPr>
            </a:lvl8pPr>
            <a:lvl9pPr algn="l">
              <a:defRPr sz="157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8243C"/>
                </a:solidFill>
              </a:defRPr>
            </a:pPr>
            <a:r>
              <a:rPr sz="1575" b="0">
                <a:solidFill>
                  <a:srgbClr val="18243C"/>
                </a:solidFill>
              </a:rPr>
              <a:t>Ассортимент, заказы, оборот по оплаченным заказам.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EDA6C5-B498-489A-8280-B16E82F4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57800"/>
            <a:ext cx="4191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285BEB"/>
                </a:solidFill>
              </a:defRPr>
            </a:defPPr>
            <a:lvl1pPr algn="l">
              <a:defRPr sz="1950" b="1">
                <a:solidFill>
                  <a:srgbClr val="285BEB"/>
                </a:solidFill>
              </a:defRPr>
            </a:lvl1pPr>
            <a:lvl2pPr algn="l">
              <a:defRPr sz="1950" b="1">
                <a:solidFill>
                  <a:srgbClr val="285BEB"/>
                </a:solidFill>
              </a:defRPr>
            </a:lvl2pPr>
            <a:lvl3pPr algn="l">
              <a:defRPr sz="1950" b="1">
                <a:solidFill>
                  <a:srgbClr val="285BEB"/>
                </a:solidFill>
              </a:defRPr>
            </a:lvl3pPr>
            <a:lvl4pPr algn="l">
              <a:defRPr sz="1950" b="1">
                <a:solidFill>
                  <a:srgbClr val="285BEB"/>
                </a:solidFill>
              </a:defRPr>
            </a:lvl4pPr>
            <a:lvl5pPr algn="l">
              <a:defRPr sz="1950" b="1">
                <a:solidFill>
                  <a:srgbClr val="285BEB"/>
                </a:solidFill>
              </a:defRPr>
            </a:lvl5pPr>
            <a:lvl6pPr algn="l">
              <a:defRPr sz="1950" b="1">
                <a:solidFill>
                  <a:srgbClr val="285BEB"/>
                </a:solidFill>
              </a:defRPr>
            </a:lvl6pPr>
            <a:lvl7pPr algn="l">
              <a:defRPr sz="1950" b="1">
                <a:solidFill>
                  <a:srgbClr val="285BEB"/>
                </a:solidFill>
              </a:defRPr>
            </a:lvl7pPr>
            <a:lvl8pPr algn="l">
              <a:defRPr sz="1950" b="1">
                <a:solidFill>
                  <a:srgbClr val="285BEB"/>
                </a:solidFill>
              </a:defRPr>
            </a:lvl8pPr>
            <a:lvl9pPr algn="l">
              <a:defRPr sz="19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85BEB"/>
                </a:solidFill>
              </a:defRPr>
            </a:pPr>
            <a:r>
              <a:rPr sz="1950" b="1">
                <a:solidFill>
                  <a:srgbClr val="285BEB"/>
                </a:solidFill>
              </a:rPr>
              <a:t>Администратор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39D52C-7236-4046-88DF-F02FC37A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8642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8243C"/>
                </a:solidFill>
              </a:defRPr>
            </a:defPPr>
            <a:lvl1pPr algn="l">
              <a:defRPr sz="1425" b="0">
                <a:solidFill>
                  <a:srgbClr val="18243C"/>
                </a:solidFill>
              </a:defRPr>
            </a:lvl1pPr>
            <a:lvl2pPr algn="l">
              <a:defRPr sz="1425" b="0">
                <a:solidFill>
                  <a:srgbClr val="18243C"/>
                </a:solidFill>
              </a:defRPr>
            </a:lvl2pPr>
            <a:lvl3pPr algn="l">
              <a:defRPr sz="1425" b="0">
                <a:solidFill>
                  <a:srgbClr val="18243C"/>
                </a:solidFill>
              </a:defRPr>
            </a:lvl3pPr>
            <a:lvl4pPr algn="l">
              <a:defRPr sz="1425" b="0">
                <a:solidFill>
                  <a:srgbClr val="18243C"/>
                </a:solidFill>
              </a:defRPr>
            </a:lvl4pPr>
            <a:lvl5pPr algn="l">
              <a:defRPr sz="1425" b="0">
                <a:solidFill>
                  <a:srgbClr val="18243C"/>
                </a:solidFill>
              </a:defRPr>
            </a:lvl5pPr>
            <a:lvl6pPr algn="l">
              <a:defRPr sz="1425" b="0">
                <a:solidFill>
                  <a:srgbClr val="18243C"/>
                </a:solidFill>
              </a:defRPr>
            </a:lvl6pPr>
            <a:lvl7pPr algn="l">
              <a:defRPr sz="1425" b="0">
                <a:solidFill>
                  <a:srgbClr val="18243C"/>
                </a:solidFill>
              </a:defRPr>
            </a:lvl7pPr>
            <a:lvl8pPr algn="l">
              <a:defRPr sz="1425" b="0">
                <a:solidFill>
                  <a:srgbClr val="18243C"/>
                </a:solidFill>
              </a:defRPr>
            </a:lvl8pPr>
            <a:lvl9pPr algn="l">
              <a:defRPr sz="14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8243C"/>
                </a:solidFill>
              </a:defRPr>
            </a:pPr>
            <a:r>
              <a:rPr sz="1425" b="0">
                <a:solidFill>
                  <a:srgbClr val="18243C"/>
                </a:solidFill>
              </a:rPr>
              <a:t>Оборот заказов, комиссия, состояние подписок.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1C8D28-E414-402C-82E2-6DF87EE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33600"/>
            <a:ext cx="5734050" cy="3657600"/>
          </a:xfrm>
          <a:prstGeom xmlns:a="http://schemas.openxmlformats.org/drawingml/2006/main" prst="roundRect">
            <a:avLst>
              <a:gd name="adj" fmla="val 20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FE6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58F4CB-20D8-49F7-A0EB-8339BD99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295525"/>
            <a:ext cx="5410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F0A52E-7011-49B1-935B-6F4964FD2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314575"/>
            <a:ext cx="520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МЕСТО ДЛЯ СКРИНШОТА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2E39BB-E883-4F0B-B966-DD4EF9CC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956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18243C"/>
                </a:solidFill>
              </a:defRPr>
            </a:defPPr>
            <a:lvl1pPr algn="l">
              <a:defRPr sz="1950" b="1">
                <a:solidFill>
                  <a:srgbClr val="18243C"/>
                </a:solidFill>
              </a:defRPr>
            </a:lvl1pPr>
            <a:lvl2pPr algn="l">
              <a:defRPr sz="1950" b="1">
                <a:solidFill>
                  <a:srgbClr val="18243C"/>
                </a:solidFill>
              </a:defRPr>
            </a:lvl2pPr>
            <a:lvl3pPr algn="l">
              <a:defRPr sz="1950" b="1">
                <a:solidFill>
                  <a:srgbClr val="18243C"/>
                </a:solidFill>
              </a:defRPr>
            </a:lvl3pPr>
            <a:lvl4pPr algn="l">
              <a:defRPr sz="1950" b="1">
                <a:solidFill>
                  <a:srgbClr val="18243C"/>
                </a:solidFill>
              </a:defRPr>
            </a:lvl4pPr>
            <a:lvl5pPr algn="l">
              <a:defRPr sz="1950" b="1">
                <a:solidFill>
                  <a:srgbClr val="18243C"/>
                </a:solidFill>
              </a:defRPr>
            </a:lvl5pPr>
            <a:lvl6pPr algn="l">
              <a:defRPr sz="1950" b="1">
                <a:solidFill>
                  <a:srgbClr val="18243C"/>
                </a:solidFill>
              </a:defRPr>
            </a:lvl6pPr>
            <a:lvl7pPr algn="l">
              <a:defRPr sz="1950" b="1">
                <a:solidFill>
                  <a:srgbClr val="18243C"/>
                </a:solidFill>
              </a:defRPr>
            </a:lvl7pPr>
            <a:lvl8pPr algn="l">
              <a:defRPr sz="1950" b="1">
                <a:solidFill>
                  <a:srgbClr val="18243C"/>
                </a:solidFill>
              </a:defRPr>
            </a:lvl8pPr>
            <a:lvl9pPr algn="l">
              <a:defRPr sz="19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8243C"/>
                </a:solidFill>
              </a:defRPr>
            </a:pPr>
            <a:r>
              <a:rPr sz="1950" b="1">
                <a:solidFill>
                  <a:srgbClr val="18243C"/>
                </a:solidFill>
              </a:rPr>
              <a:t>Одна из вкладок статистики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ACC72D-9470-4FE6-A78D-93DF0DBB3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695700"/>
            <a:ext cx="5200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738096"/>
                </a:solidFill>
              </a:defRPr>
            </a:defPPr>
            <a:lvl1pPr algn="l">
              <a:defRPr sz="1500" b="0">
                <a:solidFill>
                  <a:srgbClr val="738096"/>
                </a:solidFill>
              </a:defRPr>
            </a:lvl1pPr>
            <a:lvl2pPr algn="l">
              <a:defRPr sz="1500" b="0">
                <a:solidFill>
                  <a:srgbClr val="738096"/>
                </a:solidFill>
              </a:defRPr>
            </a:lvl2pPr>
            <a:lvl3pPr algn="l">
              <a:defRPr sz="1500" b="0">
                <a:solidFill>
                  <a:srgbClr val="738096"/>
                </a:solidFill>
              </a:defRPr>
            </a:lvl3pPr>
            <a:lvl4pPr algn="l">
              <a:defRPr sz="1500" b="0">
                <a:solidFill>
                  <a:srgbClr val="738096"/>
                </a:solidFill>
              </a:defRPr>
            </a:lvl4pPr>
            <a:lvl5pPr algn="l">
              <a:defRPr sz="1500" b="0">
                <a:solidFill>
                  <a:srgbClr val="738096"/>
                </a:solidFill>
              </a:defRPr>
            </a:lvl5pPr>
            <a:lvl6pPr algn="l">
              <a:defRPr sz="1500" b="0">
                <a:solidFill>
                  <a:srgbClr val="738096"/>
                </a:solidFill>
              </a:defRPr>
            </a:lvl6pPr>
            <a:lvl7pPr algn="l">
              <a:defRPr sz="1500" b="0">
                <a:solidFill>
                  <a:srgbClr val="738096"/>
                </a:solidFill>
              </a:defRPr>
            </a:lvl7pPr>
            <a:lvl8pPr algn="l">
              <a:defRPr sz="1500" b="0">
                <a:solidFill>
                  <a:srgbClr val="738096"/>
                </a:solidFill>
              </a:defRPr>
            </a:lvl8pPr>
            <a:lvl9pPr algn="l">
              <a:defRPr sz="15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738096"/>
                </a:solidFill>
              </a:defRPr>
            </a:pPr>
            <a:r>
              <a:rPr sz="1500" b="0">
                <a:solidFill>
                  <a:srgbClr val="738096"/>
                </a:solidFill>
              </a:rPr>
              <a:t>Предпочтительно экран администратора: общий оборот, комиссия и подписки. Можно заменить обзором статистики другой роли.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946A29-A2B1-42E2-9987-C18CAECE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67325"/>
            <a:ext cx="520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738096"/>
                </a:solidFill>
              </a:defRPr>
            </a:defPPr>
            <a:lvl1pPr algn="l">
              <a:defRPr sz="1050" b="0">
                <a:solidFill>
                  <a:srgbClr val="738096"/>
                </a:solidFill>
              </a:defRPr>
            </a:lvl1pPr>
            <a:lvl2pPr algn="l">
              <a:defRPr sz="1050" b="0">
                <a:solidFill>
                  <a:srgbClr val="738096"/>
                </a:solidFill>
              </a:defRPr>
            </a:lvl2pPr>
            <a:lvl3pPr algn="l">
              <a:defRPr sz="1050" b="0">
                <a:solidFill>
                  <a:srgbClr val="738096"/>
                </a:solidFill>
              </a:defRPr>
            </a:lvl3pPr>
            <a:lvl4pPr algn="l">
              <a:defRPr sz="1050" b="0">
                <a:solidFill>
                  <a:srgbClr val="738096"/>
                </a:solidFill>
              </a:defRPr>
            </a:lvl4pPr>
            <a:lvl5pPr algn="l">
              <a:defRPr sz="1050" b="0">
                <a:solidFill>
                  <a:srgbClr val="738096"/>
                </a:solidFill>
              </a:defRPr>
            </a:lvl5pPr>
            <a:lvl6pPr algn="l">
              <a:defRPr sz="1050" b="0">
                <a:solidFill>
                  <a:srgbClr val="738096"/>
                </a:solidFill>
              </a:defRPr>
            </a:lvl6pPr>
            <a:lvl7pPr algn="l">
              <a:defRPr sz="1050" b="0">
                <a:solidFill>
                  <a:srgbClr val="738096"/>
                </a:solidFill>
              </a:defRPr>
            </a:lvl7pPr>
            <a:lvl8pPr algn="l">
              <a:defRPr sz="1050" b="0">
                <a:solidFill>
                  <a:srgbClr val="738096"/>
                </a:solidFill>
              </a:defRPr>
            </a:lvl8pPr>
            <a:lvl9pPr algn="l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Замените этот прямоугольник изображением из HTML-прототипа</a:t>
            </a:r>
          </a:p>
        </p:txBody>
      </p:sp>
    </p:spTree>
    <p:extLst>
      <p:ext uri="{BB962C8B-B14F-4D97-AF65-F5344CB8AC3E}">
        <p14:creationId xmlns:p14="http://schemas.microsoft.com/office/powerpoint/2010/main" val="361382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8C14C7-4498-4AA8-AA7F-743A4A12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72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18243C"/>
                </a:solidFill>
              </a:defRPr>
            </a:defPPr>
            <a:lvl1pPr algn="l">
              <a:defRPr sz="1875" b="1">
                <a:solidFill>
                  <a:srgbClr val="18243C"/>
                </a:solidFill>
              </a:defRPr>
            </a:lvl1pPr>
            <a:lvl2pPr algn="l">
              <a:defRPr sz="1875" b="1">
                <a:solidFill>
                  <a:srgbClr val="18243C"/>
                </a:solidFill>
              </a:defRPr>
            </a:lvl2pPr>
            <a:lvl3pPr algn="l">
              <a:defRPr sz="1875" b="1">
                <a:solidFill>
                  <a:srgbClr val="18243C"/>
                </a:solidFill>
              </a:defRPr>
            </a:lvl3pPr>
            <a:lvl4pPr algn="l">
              <a:defRPr sz="1875" b="1">
                <a:solidFill>
                  <a:srgbClr val="18243C"/>
                </a:solidFill>
              </a:defRPr>
            </a:lvl4pPr>
            <a:lvl5pPr algn="l">
              <a:defRPr sz="1875" b="1">
                <a:solidFill>
                  <a:srgbClr val="18243C"/>
                </a:solidFill>
              </a:defRPr>
            </a:lvl5pPr>
            <a:lvl6pPr algn="l">
              <a:defRPr sz="1875" b="1">
                <a:solidFill>
                  <a:srgbClr val="18243C"/>
                </a:solidFill>
              </a:defRPr>
            </a:lvl6pPr>
            <a:lvl7pPr algn="l">
              <a:defRPr sz="1875" b="1">
                <a:solidFill>
                  <a:srgbClr val="18243C"/>
                </a:solidFill>
              </a:defRPr>
            </a:lvl7pPr>
            <a:lvl8pPr algn="l">
              <a:defRPr sz="1875" b="1">
                <a:solidFill>
                  <a:srgbClr val="18243C"/>
                </a:solidFill>
              </a:defRPr>
            </a:lvl8pPr>
            <a:lvl9pPr algn="l">
              <a:defRPr sz="18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8243C"/>
                </a:solidFill>
              </a:defRPr>
            </a:pPr>
            <a:r>
              <a:rPr sz="1875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E6B742-2A1F-46D3-863F-A9E7BA83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85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285BEB"/>
                </a:solidFill>
              </a:defRPr>
            </a:defPPr>
            <a:lvl1pPr algn="l">
              <a:defRPr sz="1875" b="1">
                <a:solidFill>
                  <a:srgbClr val="285BEB"/>
                </a:solidFill>
              </a:defRPr>
            </a:lvl1pPr>
            <a:lvl2pPr algn="l">
              <a:defRPr sz="1875" b="1">
                <a:solidFill>
                  <a:srgbClr val="285BEB"/>
                </a:solidFill>
              </a:defRPr>
            </a:lvl2pPr>
            <a:lvl3pPr algn="l">
              <a:defRPr sz="1875" b="1">
                <a:solidFill>
                  <a:srgbClr val="285BEB"/>
                </a:solidFill>
              </a:defRPr>
            </a:lvl3pPr>
            <a:lvl4pPr algn="l">
              <a:defRPr sz="1875" b="1">
                <a:solidFill>
                  <a:srgbClr val="285BEB"/>
                </a:solidFill>
              </a:defRPr>
            </a:lvl4pPr>
            <a:lvl5pPr algn="l">
              <a:defRPr sz="1875" b="1">
                <a:solidFill>
                  <a:srgbClr val="285BEB"/>
                </a:solidFill>
              </a:defRPr>
            </a:lvl5pPr>
            <a:lvl6pPr algn="l">
              <a:defRPr sz="1875" b="1">
                <a:solidFill>
                  <a:srgbClr val="285BEB"/>
                </a:solidFill>
              </a:defRPr>
            </a:lvl6pPr>
            <a:lvl7pPr algn="l">
              <a:defRPr sz="1875" b="1">
                <a:solidFill>
                  <a:srgbClr val="285BEB"/>
                </a:solidFill>
              </a:defRPr>
            </a:lvl7pPr>
            <a:lvl8pPr algn="l">
              <a:defRPr sz="1875" b="1">
                <a:solidFill>
                  <a:srgbClr val="285BEB"/>
                </a:solidFill>
              </a:defRPr>
            </a:lvl8pPr>
            <a:lvl9pPr algn="l">
              <a:defRPr sz="18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85BEB"/>
                </a:solidFill>
              </a:defRPr>
            </a:pPr>
            <a:r>
              <a:rPr sz="1875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7882C0-D01C-4755-86DF-71ADC2D5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1DB025-4570-4330-9D89-5CAD7070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6202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ИНТЕРФЕЙС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CCA21A-13F0-431E-902D-1D9EFF64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858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8243C"/>
                </a:solidFill>
              </a:defRPr>
            </a:defPPr>
            <a:lvl1pPr algn="l">
              <a:defRPr sz="2850" b="1">
                <a:solidFill>
                  <a:srgbClr val="18243C"/>
                </a:solidFill>
              </a:defRPr>
            </a:lvl1pPr>
            <a:lvl2pPr algn="l">
              <a:defRPr sz="2850" b="1">
                <a:solidFill>
                  <a:srgbClr val="18243C"/>
                </a:solidFill>
              </a:defRPr>
            </a:lvl2pPr>
            <a:lvl3pPr algn="l">
              <a:defRPr sz="2850" b="1">
                <a:solidFill>
                  <a:srgbClr val="18243C"/>
                </a:solidFill>
              </a:defRPr>
            </a:lvl3pPr>
            <a:lvl4pPr algn="l">
              <a:defRPr sz="2850" b="1">
                <a:solidFill>
                  <a:srgbClr val="18243C"/>
                </a:solidFill>
              </a:defRPr>
            </a:lvl4pPr>
            <a:lvl5pPr algn="l">
              <a:defRPr sz="2850" b="1">
                <a:solidFill>
                  <a:srgbClr val="18243C"/>
                </a:solidFill>
              </a:defRPr>
            </a:lvl5pPr>
            <a:lvl6pPr algn="l">
              <a:defRPr sz="2850" b="1">
                <a:solidFill>
                  <a:srgbClr val="18243C"/>
                </a:solidFill>
              </a:defRPr>
            </a:lvl6pPr>
            <a:lvl7pPr algn="l">
              <a:defRPr sz="2850" b="1">
                <a:solidFill>
                  <a:srgbClr val="18243C"/>
                </a:solidFill>
              </a:defRPr>
            </a:lvl7pPr>
            <a:lvl8pPr algn="l">
              <a:defRPr sz="2850" b="1">
                <a:solidFill>
                  <a:srgbClr val="18243C"/>
                </a:solidFill>
              </a:defRPr>
            </a:lvl8pPr>
            <a:lvl9pPr algn="l"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Навигация и настройки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C38B46-8820-4B2E-AA90-9A7754F46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5C30FB-3C0F-4EB6-9030-627117B3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0">
                <a:solidFill>
                  <a:srgbClr val="738096"/>
                </a:solidFill>
              </a:defRPr>
            </a:defPPr>
            <a:lvl1pPr algn="r">
              <a:defRPr sz="1050" b="0">
                <a:solidFill>
                  <a:srgbClr val="738096"/>
                </a:solidFill>
              </a:defRPr>
            </a:lvl1pPr>
            <a:lvl2pPr algn="r">
              <a:defRPr sz="1050" b="0">
                <a:solidFill>
                  <a:srgbClr val="738096"/>
                </a:solidFill>
              </a:defRPr>
            </a:lvl2pPr>
            <a:lvl3pPr algn="r">
              <a:defRPr sz="1050" b="0">
                <a:solidFill>
                  <a:srgbClr val="738096"/>
                </a:solidFill>
              </a:defRPr>
            </a:lvl3pPr>
            <a:lvl4pPr algn="r">
              <a:defRPr sz="1050" b="0">
                <a:solidFill>
                  <a:srgbClr val="738096"/>
                </a:solidFill>
              </a:defRPr>
            </a:lvl4pPr>
            <a:lvl5pPr algn="r">
              <a:defRPr sz="1050" b="0">
                <a:solidFill>
                  <a:srgbClr val="738096"/>
                </a:solidFill>
              </a:defRPr>
            </a:lvl5pPr>
            <a:lvl6pPr algn="r">
              <a:defRPr sz="1050" b="0">
                <a:solidFill>
                  <a:srgbClr val="738096"/>
                </a:solidFill>
              </a:defRPr>
            </a:lvl6pPr>
            <a:lvl7pPr algn="r">
              <a:defRPr sz="1050" b="0">
                <a:solidFill>
                  <a:srgbClr val="738096"/>
                </a:solidFill>
              </a:defRPr>
            </a:lvl7pPr>
            <a:lvl8pPr algn="r">
              <a:defRPr sz="1050" b="0">
                <a:solidFill>
                  <a:srgbClr val="738096"/>
                </a:solidFill>
              </a:defRPr>
            </a:lvl8pPr>
            <a:lvl9pPr algn="r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97DE53-EE55-4EF0-B87A-38B55844F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717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285BEB"/>
                </a:solidFill>
              </a:defRPr>
            </a:defPPr>
            <a:lvl1pPr algn="l">
              <a:defRPr sz="1950" b="1">
                <a:solidFill>
                  <a:srgbClr val="285BEB"/>
                </a:solidFill>
              </a:defRPr>
            </a:lvl1pPr>
            <a:lvl2pPr algn="l">
              <a:defRPr sz="1950" b="1">
                <a:solidFill>
                  <a:srgbClr val="285BEB"/>
                </a:solidFill>
              </a:defRPr>
            </a:lvl2pPr>
            <a:lvl3pPr algn="l">
              <a:defRPr sz="1950" b="1">
                <a:solidFill>
                  <a:srgbClr val="285BEB"/>
                </a:solidFill>
              </a:defRPr>
            </a:lvl3pPr>
            <a:lvl4pPr algn="l">
              <a:defRPr sz="1950" b="1">
                <a:solidFill>
                  <a:srgbClr val="285BEB"/>
                </a:solidFill>
              </a:defRPr>
            </a:lvl4pPr>
            <a:lvl5pPr algn="l">
              <a:defRPr sz="1950" b="1">
                <a:solidFill>
                  <a:srgbClr val="285BEB"/>
                </a:solidFill>
              </a:defRPr>
            </a:lvl5pPr>
            <a:lvl6pPr algn="l">
              <a:defRPr sz="1950" b="1">
                <a:solidFill>
                  <a:srgbClr val="285BEB"/>
                </a:solidFill>
              </a:defRPr>
            </a:lvl6pPr>
            <a:lvl7pPr algn="l">
              <a:defRPr sz="1950" b="1">
                <a:solidFill>
                  <a:srgbClr val="285BEB"/>
                </a:solidFill>
              </a:defRPr>
            </a:lvl7pPr>
            <a:lvl8pPr algn="l">
              <a:defRPr sz="1950" b="1">
                <a:solidFill>
                  <a:srgbClr val="285BEB"/>
                </a:solidFill>
              </a:defRPr>
            </a:lvl8pPr>
            <a:lvl9pPr algn="l">
              <a:defRPr sz="19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85BEB"/>
                </a:solidFill>
              </a:defRPr>
            </a:pPr>
            <a:r>
              <a:rPr sz="1950" b="1">
                <a:solidFill>
                  <a:srgbClr val="285BEB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CB2FFD-9C0A-4583-9BE9-262DC6BC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171700"/>
            <a:ext cx="395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18243C"/>
                </a:solidFill>
              </a:defRPr>
            </a:defPPr>
            <a:lvl1pPr algn="l">
              <a:defRPr sz="1950" b="1">
                <a:solidFill>
                  <a:srgbClr val="18243C"/>
                </a:solidFill>
              </a:defRPr>
            </a:lvl1pPr>
            <a:lvl2pPr algn="l">
              <a:defRPr sz="1950" b="1">
                <a:solidFill>
                  <a:srgbClr val="18243C"/>
                </a:solidFill>
              </a:defRPr>
            </a:lvl2pPr>
            <a:lvl3pPr algn="l">
              <a:defRPr sz="1950" b="1">
                <a:solidFill>
                  <a:srgbClr val="18243C"/>
                </a:solidFill>
              </a:defRPr>
            </a:lvl3pPr>
            <a:lvl4pPr algn="l">
              <a:defRPr sz="1950" b="1">
                <a:solidFill>
                  <a:srgbClr val="18243C"/>
                </a:solidFill>
              </a:defRPr>
            </a:lvl4pPr>
            <a:lvl5pPr algn="l">
              <a:defRPr sz="1950" b="1">
                <a:solidFill>
                  <a:srgbClr val="18243C"/>
                </a:solidFill>
              </a:defRPr>
            </a:lvl5pPr>
            <a:lvl6pPr algn="l">
              <a:defRPr sz="1950" b="1">
                <a:solidFill>
                  <a:srgbClr val="18243C"/>
                </a:solidFill>
              </a:defRPr>
            </a:lvl6pPr>
            <a:lvl7pPr algn="l">
              <a:defRPr sz="1950" b="1">
                <a:solidFill>
                  <a:srgbClr val="18243C"/>
                </a:solidFill>
              </a:defRPr>
            </a:lvl7pPr>
            <a:lvl8pPr algn="l">
              <a:defRPr sz="1950" b="1">
                <a:solidFill>
                  <a:srgbClr val="18243C"/>
                </a:solidFill>
              </a:defRPr>
            </a:lvl8pPr>
            <a:lvl9pPr algn="l">
              <a:defRPr sz="19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8243C"/>
                </a:solidFill>
              </a:defRPr>
            </a:pPr>
            <a:r>
              <a:rPr sz="1950" b="1">
                <a:solidFill>
                  <a:srgbClr val="18243C"/>
                </a:solidFill>
              </a:rPr>
              <a:t>Сворачиваемое меню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86DFE5-C3EE-4D89-891B-661B1D896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152650"/>
            <a:ext cx="571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18243C"/>
                </a:solidFill>
              </a:defRPr>
            </a:defPPr>
            <a:lvl1pPr algn="l">
              <a:defRPr sz="1650" b="0">
                <a:solidFill>
                  <a:srgbClr val="18243C"/>
                </a:solidFill>
              </a:defRPr>
            </a:lvl1pPr>
            <a:lvl2pPr algn="l">
              <a:defRPr sz="1650" b="0">
                <a:solidFill>
                  <a:srgbClr val="18243C"/>
                </a:solidFill>
              </a:defRPr>
            </a:lvl2pPr>
            <a:lvl3pPr algn="l">
              <a:defRPr sz="1650" b="0">
                <a:solidFill>
                  <a:srgbClr val="18243C"/>
                </a:solidFill>
              </a:defRPr>
            </a:lvl3pPr>
            <a:lvl4pPr algn="l">
              <a:defRPr sz="1650" b="0">
                <a:solidFill>
                  <a:srgbClr val="18243C"/>
                </a:solidFill>
              </a:defRPr>
            </a:lvl4pPr>
            <a:lvl5pPr algn="l">
              <a:defRPr sz="1650" b="0">
                <a:solidFill>
                  <a:srgbClr val="18243C"/>
                </a:solidFill>
              </a:defRPr>
            </a:lvl5pPr>
            <a:lvl6pPr algn="l">
              <a:defRPr sz="1650" b="0">
                <a:solidFill>
                  <a:srgbClr val="18243C"/>
                </a:solidFill>
              </a:defRPr>
            </a:lvl6pPr>
            <a:lvl7pPr algn="l">
              <a:defRPr sz="1650" b="0">
                <a:solidFill>
                  <a:srgbClr val="18243C"/>
                </a:solidFill>
              </a:defRPr>
            </a:lvl7pPr>
            <a:lvl8pPr algn="l">
              <a:defRPr sz="1650" b="0">
                <a:solidFill>
                  <a:srgbClr val="18243C"/>
                </a:solidFill>
              </a:defRPr>
            </a:lvl8pPr>
            <a:lvl9pPr algn="l">
              <a:defRPr sz="1650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8243C"/>
                </a:solidFill>
              </a:defRPr>
            </a:pPr>
            <a:r>
              <a:rPr sz="1650" b="0">
                <a:solidFill>
                  <a:srgbClr val="18243C"/>
                </a:solidFill>
              </a:rPr>
              <a:t>Основные разделы остаются доступными по значкам.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90CC08-B040-4AC9-AA65-7E24FDDE8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3847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FF1CEF-A707-4B19-9065-BA4BF2FD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43275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285BEB"/>
                </a:solidFill>
              </a:defRPr>
            </a:defPPr>
            <a:lvl1pPr algn="l">
              <a:defRPr sz="1950" b="1">
                <a:solidFill>
                  <a:srgbClr val="285BEB"/>
                </a:solidFill>
              </a:defRPr>
            </a:lvl1pPr>
            <a:lvl2pPr algn="l">
              <a:defRPr sz="1950" b="1">
                <a:solidFill>
                  <a:srgbClr val="285BEB"/>
                </a:solidFill>
              </a:defRPr>
            </a:lvl2pPr>
            <a:lvl3pPr algn="l">
              <a:defRPr sz="1950" b="1">
                <a:solidFill>
                  <a:srgbClr val="285BEB"/>
                </a:solidFill>
              </a:defRPr>
            </a:lvl3pPr>
            <a:lvl4pPr algn="l">
              <a:defRPr sz="1950" b="1">
                <a:solidFill>
                  <a:srgbClr val="285BEB"/>
                </a:solidFill>
              </a:defRPr>
            </a:lvl4pPr>
            <a:lvl5pPr algn="l">
              <a:defRPr sz="1950" b="1">
                <a:solidFill>
                  <a:srgbClr val="285BEB"/>
                </a:solidFill>
              </a:defRPr>
            </a:lvl5pPr>
            <a:lvl6pPr algn="l">
              <a:defRPr sz="1950" b="1">
                <a:solidFill>
                  <a:srgbClr val="285BEB"/>
                </a:solidFill>
              </a:defRPr>
            </a:lvl6pPr>
            <a:lvl7pPr algn="l">
              <a:defRPr sz="1950" b="1">
                <a:solidFill>
                  <a:srgbClr val="285BEB"/>
                </a:solidFill>
              </a:defRPr>
            </a:lvl7pPr>
            <a:lvl8pPr algn="l">
              <a:defRPr sz="1950" b="1">
                <a:solidFill>
                  <a:srgbClr val="285BEB"/>
                </a:solidFill>
              </a:defRPr>
            </a:lvl8pPr>
            <a:lvl9pPr algn="l">
              <a:defRPr sz="19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85BEB"/>
                </a:solidFill>
              </a:defRPr>
            </a:pPr>
            <a:r>
              <a:rPr sz="1950" b="1">
                <a:solidFill>
                  <a:srgbClr val="285BEB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9DD9DB-FB05-407C-9EB1-1E9F243FE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343275"/>
            <a:ext cx="395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18243C"/>
                </a:solidFill>
              </a:defRPr>
            </a:defPPr>
            <a:lvl1pPr algn="l">
              <a:defRPr sz="1950" b="1">
                <a:solidFill>
                  <a:srgbClr val="18243C"/>
                </a:solidFill>
              </a:defRPr>
            </a:lvl1pPr>
            <a:lvl2pPr algn="l">
              <a:defRPr sz="1950" b="1">
                <a:solidFill>
                  <a:srgbClr val="18243C"/>
                </a:solidFill>
              </a:defRPr>
            </a:lvl2pPr>
            <a:lvl3pPr algn="l">
              <a:defRPr sz="1950" b="1">
                <a:solidFill>
                  <a:srgbClr val="18243C"/>
                </a:solidFill>
              </a:defRPr>
            </a:lvl3pPr>
            <a:lvl4pPr algn="l">
              <a:defRPr sz="1950" b="1">
                <a:solidFill>
                  <a:srgbClr val="18243C"/>
                </a:solidFill>
              </a:defRPr>
            </a:lvl4pPr>
            <a:lvl5pPr algn="l">
              <a:defRPr sz="1950" b="1">
                <a:solidFill>
                  <a:srgbClr val="18243C"/>
                </a:solidFill>
              </a:defRPr>
            </a:lvl5pPr>
            <a:lvl6pPr algn="l">
              <a:defRPr sz="1950" b="1">
                <a:solidFill>
                  <a:srgbClr val="18243C"/>
                </a:solidFill>
              </a:defRPr>
            </a:lvl6pPr>
            <a:lvl7pPr algn="l">
              <a:defRPr sz="1950" b="1">
                <a:solidFill>
                  <a:srgbClr val="18243C"/>
                </a:solidFill>
              </a:defRPr>
            </a:lvl7pPr>
            <a:lvl8pPr algn="l">
              <a:defRPr sz="1950" b="1">
                <a:solidFill>
                  <a:srgbClr val="18243C"/>
                </a:solidFill>
              </a:defRPr>
            </a:lvl8pPr>
            <a:lvl9pPr algn="l">
              <a:defRPr sz="19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8243C"/>
                </a:solidFill>
              </a:defRPr>
            </a:pPr>
            <a:r>
              <a:rPr sz="1950" b="1">
                <a:solidFill>
                  <a:srgbClr val="18243C"/>
                </a:solidFill>
              </a:rPr>
              <a:t>Профиль в верхней панели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FB8762-502E-4BB8-81EA-F02A97E39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324225"/>
            <a:ext cx="571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18243C"/>
                </a:solidFill>
              </a:defRPr>
            </a:defPPr>
            <a:lvl1pPr algn="l">
              <a:defRPr sz="1650" b="0">
                <a:solidFill>
                  <a:srgbClr val="18243C"/>
                </a:solidFill>
              </a:defRPr>
            </a:lvl1pPr>
            <a:lvl2pPr algn="l">
              <a:defRPr sz="1650" b="0">
                <a:solidFill>
                  <a:srgbClr val="18243C"/>
                </a:solidFill>
              </a:defRPr>
            </a:lvl2pPr>
            <a:lvl3pPr algn="l">
              <a:defRPr sz="1650" b="0">
                <a:solidFill>
                  <a:srgbClr val="18243C"/>
                </a:solidFill>
              </a:defRPr>
            </a:lvl3pPr>
            <a:lvl4pPr algn="l">
              <a:defRPr sz="1650" b="0">
                <a:solidFill>
                  <a:srgbClr val="18243C"/>
                </a:solidFill>
              </a:defRPr>
            </a:lvl4pPr>
            <a:lvl5pPr algn="l">
              <a:defRPr sz="1650" b="0">
                <a:solidFill>
                  <a:srgbClr val="18243C"/>
                </a:solidFill>
              </a:defRPr>
            </a:lvl5pPr>
            <a:lvl6pPr algn="l">
              <a:defRPr sz="1650" b="0">
                <a:solidFill>
                  <a:srgbClr val="18243C"/>
                </a:solidFill>
              </a:defRPr>
            </a:lvl6pPr>
            <a:lvl7pPr algn="l">
              <a:defRPr sz="1650" b="0">
                <a:solidFill>
                  <a:srgbClr val="18243C"/>
                </a:solidFill>
              </a:defRPr>
            </a:lvl7pPr>
            <a:lvl8pPr algn="l">
              <a:defRPr sz="1650" b="0">
                <a:solidFill>
                  <a:srgbClr val="18243C"/>
                </a:solidFill>
              </a:defRPr>
            </a:lvl8pPr>
            <a:lvl9pPr algn="l">
              <a:defRPr sz="1650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8243C"/>
                </a:solidFill>
              </a:defRPr>
            </a:pPr>
            <a:r>
              <a:rPr sz="1650" b="0">
                <a:solidFill>
                  <a:srgbClr val="18243C"/>
                </a:solidFill>
              </a:rPr>
              <a:t>Сведения об аккаунте и оплаченной подписке открываются по аватару.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017350-83C9-4370-803D-34C453F8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F83638-A2AB-4B5F-B97F-6B33E58C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1485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285BEB"/>
                </a:solidFill>
              </a:defRPr>
            </a:defPPr>
            <a:lvl1pPr algn="l">
              <a:defRPr sz="1950" b="1">
                <a:solidFill>
                  <a:srgbClr val="285BEB"/>
                </a:solidFill>
              </a:defRPr>
            </a:lvl1pPr>
            <a:lvl2pPr algn="l">
              <a:defRPr sz="1950" b="1">
                <a:solidFill>
                  <a:srgbClr val="285BEB"/>
                </a:solidFill>
              </a:defRPr>
            </a:lvl2pPr>
            <a:lvl3pPr algn="l">
              <a:defRPr sz="1950" b="1">
                <a:solidFill>
                  <a:srgbClr val="285BEB"/>
                </a:solidFill>
              </a:defRPr>
            </a:lvl3pPr>
            <a:lvl4pPr algn="l">
              <a:defRPr sz="1950" b="1">
                <a:solidFill>
                  <a:srgbClr val="285BEB"/>
                </a:solidFill>
              </a:defRPr>
            </a:lvl4pPr>
            <a:lvl5pPr algn="l">
              <a:defRPr sz="1950" b="1">
                <a:solidFill>
                  <a:srgbClr val="285BEB"/>
                </a:solidFill>
              </a:defRPr>
            </a:lvl5pPr>
            <a:lvl6pPr algn="l">
              <a:defRPr sz="1950" b="1">
                <a:solidFill>
                  <a:srgbClr val="285BEB"/>
                </a:solidFill>
              </a:defRPr>
            </a:lvl6pPr>
            <a:lvl7pPr algn="l">
              <a:defRPr sz="1950" b="1">
                <a:solidFill>
                  <a:srgbClr val="285BEB"/>
                </a:solidFill>
              </a:defRPr>
            </a:lvl7pPr>
            <a:lvl8pPr algn="l">
              <a:defRPr sz="1950" b="1">
                <a:solidFill>
                  <a:srgbClr val="285BEB"/>
                </a:solidFill>
              </a:defRPr>
            </a:lvl8pPr>
            <a:lvl9pPr algn="l">
              <a:defRPr sz="19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85BEB"/>
                </a:solidFill>
              </a:defRPr>
            </a:pPr>
            <a:r>
              <a:rPr sz="1950" b="1">
                <a:solidFill>
                  <a:srgbClr val="285BEB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D35B9E-0481-4198-90F9-EE6E55D2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14850"/>
            <a:ext cx="395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18243C"/>
                </a:solidFill>
              </a:defRPr>
            </a:defPPr>
            <a:lvl1pPr algn="l">
              <a:defRPr sz="1950" b="1">
                <a:solidFill>
                  <a:srgbClr val="18243C"/>
                </a:solidFill>
              </a:defRPr>
            </a:lvl1pPr>
            <a:lvl2pPr algn="l">
              <a:defRPr sz="1950" b="1">
                <a:solidFill>
                  <a:srgbClr val="18243C"/>
                </a:solidFill>
              </a:defRPr>
            </a:lvl2pPr>
            <a:lvl3pPr algn="l">
              <a:defRPr sz="1950" b="1">
                <a:solidFill>
                  <a:srgbClr val="18243C"/>
                </a:solidFill>
              </a:defRPr>
            </a:lvl3pPr>
            <a:lvl4pPr algn="l">
              <a:defRPr sz="1950" b="1">
                <a:solidFill>
                  <a:srgbClr val="18243C"/>
                </a:solidFill>
              </a:defRPr>
            </a:lvl4pPr>
            <a:lvl5pPr algn="l">
              <a:defRPr sz="1950" b="1">
                <a:solidFill>
                  <a:srgbClr val="18243C"/>
                </a:solidFill>
              </a:defRPr>
            </a:lvl5pPr>
            <a:lvl6pPr algn="l">
              <a:defRPr sz="1950" b="1">
                <a:solidFill>
                  <a:srgbClr val="18243C"/>
                </a:solidFill>
              </a:defRPr>
            </a:lvl6pPr>
            <a:lvl7pPr algn="l">
              <a:defRPr sz="1950" b="1">
                <a:solidFill>
                  <a:srgbClr val="18243C"/>
                </a:solidFill>
              </a:defRPr>
            </a:lvl7pPr>
            <a:lvl8pPr algn="l">
              <a:defRPr sz="1950" b="1">
                <a:solidFill>
                  <a:srgbClr val="18243C"/>
                </a:solidFill>
              </a:defRPr>
            </a:lvl8pPr>
            <a:lvl9pPr algn="l">
              <a:defRPr sz="19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8243C"/>
                </a:solidFill>
              </a:defRPr>
            </a:pPr>
            <a:r>
              <a:rPr sz="1950" b="1">
                <a:solidFill>
                  <a:srgbClr val="18243C"/>
                </a:solidFill>
              </a:rPr>
              <a:t>Светлая и тёмная темы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B9E60F-8C60-45FF-85F1-1205DFE5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495800"/>
            <a:ext cx="571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18243C"/>
                </a:solidFill>
              </a:defRPr>
            </a:defPPr>
            <a:lvl1pPr algn="l">
              <a:defRPr sz="1650" b="0">
                <a:solidFill>
                  <a:srgbClr val="18243C"/>
                </a:solidFill>
              </a:defRPr>
            </a:lvl1pPr>
            <a:lvl2pPr algn="l">
              <a:defRPr sz="1650" b="0">
                <a:solidFill>
                  <a:srgbClr val="18243C"/>
                </a:solidFill>
              </a:defRPr>
            </a:lvl2pPr>
            <a:lvl3pPr algn="l">
              <a:defRPr sz="1650" b="0">
                <a:solidFill>
                  <a:srgbClr val="18243C"/>
                </a:solidFill>
              </a:defRPr>
            </a:lvl3pPr>
            <a:lvl4pPr algn="l">
              <a:defRPr sz="1650" b="0">
                <a:solidFill>
                  <a:srgbClr val="18243C"/>
                </a:solidFill>
              </a:defRPr>
            </a:lvl4pPr>
            <a:lvl5pPr algn="l">
              <a:defRPr sz="1650" b="0">
                <a:solidFill>
                  <a:srgbClr val="18243C"/>
                </a:solidFill>
              </a:defRPr>
            </a:lvl5pPr>
            <a:lvl6pPr algn="l">
              <a:defRPr sz="1650" b="0">
                <a:solidFill>
                  <a:srgbClr val="18243C"/>
                </a:solidFill>
              </a:defRPr>
            </a:lvl6pPr>
            <a:lvl7pPr algn="l">
              <a:defRPr sz="1650" b="0">
                <a:solidFill>
                  <a:srgbClr val="18243C"/>
                </a:solidFill>
              </a:defRPr>
            </a:lvl7pPr>
            <a:lvl8pPr algn="l">
              <a:defRPr sz="1650" b="0">
                <a:solidFill>
                  <a:srgbClr val="18243C"/>
                </a:solidFill>
              </a:defRPr>
            </a:lvl8pPr>
            <a:lvl9pPr algn="l">
              <a:defRPr sz="1650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8243C"/>
                </a:solidFill>
              </a:defRPr>
            </a:pPr>
            <a:r>
              <a:rPr sz="1650" b="0">
                <a:solidFill>
                  <a:srgbClr val="18243C"/>
                </a:solidFill>
              </a:rPr>
              <a:t>Переключатель расположен рядом с пользователем.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C390E1-9885-4D31-BFB2-F39AAC30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81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9330838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6C217E-463F-485F-A8B6-0AE6F698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72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18243C"/>
                </a:solidFill>
              </a:defRPr>
            </a:defPPr>
            <a:lvl1pPr algn="l">
              <a:defRPr sz="1875" b="1">
                <a:solidFill>
                  <a:srgbClr val="18243C"/>
                </a:solidFill>
              </a:defRPr>
            </a:lvl1pPr>
            <a:lvl2pPr algn="l">
              <a:defRPr sz="1875" b="1">
                <a:solidFill>
                  <a:srgbClr val="18243C"/>
                </a:solidFill>
              </a:defRPr>
            </a:lvl2pPr>
            <a:lvl3pPr algn="l">
              <a:defRPr sz="1875" b="1">
                <a:solidFill>
                  <a:srgbClr val="18243C"/>
                </a:solidFill>
              </a:defRPr>
            </a:lvl3pPr>
            <a:lvl4pPr algn="l">
              <a:defRPr sz="1875" b="1">
                <a:solidFill>
                  <a:srgbClr val="18243C"/>
                </a:solidFill>
              </a:defRPr>
            </a:lvl4pPr>
            <a:lvl5pPr algn="l">
              <a:defRPr sz="1875" b="1">
                <a:solidFill>
                  <a:srgbClr val="18243C"/>
                </a:solidFill>
              </a:defRPr>
            </a:lvl5pPr>
            <a:lvl6pPr algn="l">
              <a:defRPr sz="1875" b="1">
                <a:solidFill>
                  <a:srgbClr val="18243C"/>
                </a:solidFill>
              </a:defRPr>
            </a:lvl6pPr>
            <a:lvl7pPr algn="l">
              <a:defRPr sz="1875" b="1">
                <a:solidFill>
                  <a:srgbClr val="18243C"/>
                </a:solidFill>
              </a:defRPr>
            </a:lvl7pPr>
            <a:lvl8pPr algn="l">
              <a:defRPr sz="1875" b="1">
                <a:solidFill>
                  <a:srgbClr val="18243C"/>
                </a:solidFill>
              </a:defRPr>
            </a:lvl8pPr>
            <a:lvl9pPr algn="l">
              <a:defRPr sz="18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8243C"/>
                </a:solidFill>
              </a:defRPr>
            </a:pPr>
            <a:r>
              <a:rPr sz="1875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B911AC-90D7-4BDF-901A-4140D5124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85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285BEB"/>
                </a:solidFill>
              </a:defRPr>
            </a:defPPr>
            <a:lvl1pPr algn="l">
              <a:defRPr sz="1875" b="1">
                <a:solidFill>
                  <a:srgbClr val="285BEB"/>
                </a:solidFill>
              </a:defRPr>
            </a:lvl1pPr>
            <a:lvl2pPr algn="l">
              <a:defRPr sz="1875" b="1">
                <a:solidFill>
                  <a:srgbClr val="285BEB"/>
                </a:solidFill>
              </a:defRPr>
            </a:lvl2pPr>
            <a:lvl3pPr algn="l">
              <a:defRPr sz="1875" b="1">
                <a:solidFill>
                  <a:srgbClr val="285BEB"/>
                </a:solidFill>
              </a:defRPr>
            </a:lvl3pPr>
            <a:lvl4pPr algn="l">
              <a:defRPr sz="1875" b="1">
                <a:solidFill>
                  <a:srgbClr val="285BEB"/>
                </a:solidFill>
              </a:defRPr>
            </a:lvl4pPr>
            <a:lvl5pPr algn="l">
              <a:defRPr sz="1875" b="1">
                <a:solidFill>
                  <a:srgbClr val="285BEB"/>
                </a:solidFill>
              </a:defRPr>
            </a:lvl5pPr>
            <a:lvl6pPr algn="l">
              <a:defRPr sz="1875" b="1">
                <a:solidFill>
                  <a:srgbClr val="285BEB"/>
                </a:solidFill>
              </a:defRPr>
            </a:lvl6pPr>
            <a:lvl7pPr algn="l">
              <a:defRPr sz="1875" b="1">
                <a:solidFill>
                  <a:srgbClr val="285BEB"/>
                </a:solidFill>
              </a:defRPr>
            </a:lvl7pPr>
            <a:lvl8pPr algn="l">
              <a:defRPr sz="1875" b="1">
                <a:solidFill>
                  <a:srgbClr val="285BEB"/>
                </a:solidFill>
              </a:defRPr>
            </a:lvl8pPr>
            <a:lvl9pPr algn="l">
              <a:defRPr sz="18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85BEB"/>
                </a:solidFill>
              </a:defRPr>
            </a:pPr>
            <a:r>
              <a:rPr sz="1875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883F81-2038-4AEC-B838-CB80DE73F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069099-D4E1-40EC-AD1C-8C2D9079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6202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ПРОЕКТИРОВАНИЕ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C2FCE-44B1-4BE2-8759-5C1505BE3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858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8243C"/>
                </a:solidFill>
              </a:defRPr>
            </a:defPPr>
            <a:lvl1pPr algn="l">
              <a:defRPr sz="2850" b="1">
                <a:solidFill>
                  <a:srgbClr val="18243C"/>
                </a:solidFill>
              </a:defRPr>
            </a:lvl1pPr>
            <a:lvl2pPr algn="l">
              <a:defRPr sz="2850" b="1">
                <a:solidFill>
                  <a:srgbClr val="18243C"/>
                </a:solidFill>
              </a:defRPr>
            </a:lvl2pPr>
            <a:lvl3pPr algn="l">
              <a:defRPr sz="2850" b="1">
                <a:solidFill>
                  <a:srgbClr val="18243C"/>
                </a:solidFill>
              </a:defRPr>
            </a:lvl3pPr>
            <a:lvl4pPr algn="l">
              <a:defRPr sz="2850" b="1">
                <a:solidFill>
                  <a:srgbClr val="18243C"/>
                </a:solidFill>
              </a:defRPr>
            </a:lvl4pPr>
            <a:lvl5pPr algn="l">
              <a:defRPr sz="2850" b="1">
                <a:solidFill>
                  <a:srgbClr val="18243C"/>
                </a:solidFill>
              </a:defRPr>
            </a:lvl5pPr>
            <a:lvl6pPr algn="l">
              <a:defRPr sz="2850" b="1">
                <a:solidFill>
                  <a:srgbClr val="18243C"/>
                </a:solidFill>
              </a:defRPr>
            </a:lvl6pPr>
            <a:lvl7pPr algn="l">
              <a:defRPr sz="2850" b="1">
                <a:solidFill>
                  <a:srgbClr val="18243C"/>
                </a:solidFill>
              </a:defRPr>
            </a:lvl7pPr>
            <a:lvl8pPr algn="l">
              <a:defRPr sz="2850" b="1">
                <a:solidFill>
                  <a:srgbClr val="18243C"/>
                </a:solidFill>
              </a:defRPr>
            </a:lvl8pPr>
            <a:lvl9pPr algn="l"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Как менялся объём проекта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C42AF1-D43A-45C7-B7FF-DB03F4A15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BA6A3B-E3B8-41C0-B525-ECCD490C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0">
                <a:solidFill>
                  <a:srgbClr val="738096"/>
                </a:solidFill>
              </a:defRPr>
            </a:defPPr>
            <a:lvl1pPr algn="r">
              <a:defRPr sz="1050" b="0">
                <a:solidFill>
                  <a:srgbClr val="738096"/>
                </a:solidFill>
              </a:defRPr>
            </a:lvl1pPr>
            <a:lvl2pPr algn="r">
              <a:defRPr sz="1050" b="0">
                <a:solidFill>
                  <a:srgbClr val="738096"/>
                </a:solidFill>
              </a:defRPr>
            </a:lvl2pPr>
            <a:lvl3pPr algn="r">
              <a:defRPr sz="1050" b="0">
                <a:solidFill>
                  <a:srgbClr val="738096"/>
                </a:solidFill>
              </a:defRPr>
            </a:lvl3pPr>
            <a:lvl4pPr algn="r">
              <a:defRPr sz="1050" b="0">
                <a:solidFill>
                  <a:srgbClr val="738096"/>
                </a:solidFill>
              </a:defRPr>
            </a:lvl4pPr>
            <a:lvl5pPr algn="r">
              <a:defRPr sz="1050" b="0">
                <a:solidFill>
                  <a:srgbClr val="738096"/>
                </a:solidFill>
              </a:defRPr>
            </a:lvl5pPr>
            <a:lvl6pPr algn="r">
              <a:defRPr sz="1050" b="0">
                <a:solidFill>
                  <a:srgbClr val="738096"/>
                </a:solidFill>
              </a:defRPr>
            </a:lvl6pPr>
            <a:lvl7pPr algn="r">
              <a:defRPr sz="1050" b="0">
                <a:solidFill>
                  <a:srgbClr val="738096"/>
                </a:solidFill>
              </a:defRPr>
            </a:lvl7pPr>
            <a:lvl8pPr algn="r">
              <a:defRPr sz="1050" b="0">
                <a:solidFill>
                  <a:srgbClr val="738096"/>
                </a:solidFill>
              </a:defRPr>
            </a:lvl8pPr>
            <a:lvl9pPr algn="r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D95FF1-3113-4D1A-8D5A-31CB3307A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38375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1">
                <a:solidFill>
                  <a:srgbClr val="285BEB"/>
                </a:solidFill>
              </a:defRPr>
            </a:defPPr>
            <a:lvl1pPr algn="l">
              <a:defRPr sz="2025" b="1">
                <a:solidFill>
                  <a:srgbClr val="285BEB"/>
                </a:solidFill>
              </a:defRPr>
            </a:lvl1pPr>
            <a:lvl2pPr algn="l">
              <a:defRPr sz="2025" b="1">
                <a:solidFill>
                  <a:srgbClr val="285BEB"/>
                </a:solidFill>
              </a:defRPr>
            </a:lvl2pPr>
            <a:lvl3pPr algn="l">
              <a:defRPr sz="2025" b="1">
                <a:solidFill>
                  <a:srgbClr val="285BEB"/>
                </a:solidFill>
              </a:defRPr>
            </a:lvl3pPr>
            <a:lvl4pPr algn="l">
              <a:defRPr sz="2025" b="1">
                <a:solidFill>
                  <a:srgbClr val="285BEB"/>
                </a:solidFill>
              </a:defRPr>
            </a:lvl4pPr>
            <a:lvl5pPr algn="l">
              <a:defRPr sz="2025" b="1">
                <a:solidFill>
                  <a:srgbClr val="285BEB"/>
                </a:solidFill>
              </a:defRPr>
            </a:lvl5pPr>
            <a:lvl6pPr algn="l">
              <a:defRPr sz="2025" b="1">
                <a:solidFill>
                  <a:srgbClr val="285BEB"/>
                </a:solidFill>
              </a:defRPr>
            </a:lvl6pPr>
            <a:lvl7pPr algn="l">
              <a:defRPr sz="2025" b="1">
                <a:solidFill>
                  <a:srgbClr val="285BEB"/>
                </a:solidFill>
              </a:defRPr>
            </a:lvl7pPr>
            <a:lvl8pPr algn="l">
              <a:defRPr sz="2025" b="1">
                <a:solidFill>
                  <a:srgbClr val="285BEB"/>
                </a:solidFill>
              </a:defRPr>
            </a:lvl8pPr>
            <a:lvl9pPr algn="l"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Первоначальное ТЗ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AF3A65-F6C8-428D-90C6-34535AB4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71775"/>
            <a:ext cx="46672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18243C"/>
                </a:solidFill>
              </a:defRPr>
            </a:defPPr>
            <a:lvl1pPr algn="l">
              <a:defRPr sz="1725" b="0">
                <a:solidFill>
                  <a:srgbClr val="18243C"/>
                </a:solidFill>
              </a:defRPr>
            </a:lvl1pPr>
            <a:lvl2pPr algn="l">
              <a:defRPr sz="1725" b="0">
                <a:solidFill>
                  <a:srgbClr val="18243C"/>
                </a:solidFill>
              </a:defRPr>
            </a:lvl2pPr>
            <a:lvl3pPr algn="l">
              <a:defRPr sz="1725" b="0">
                <a:solidFill>
                  <a:srgbClr val="18243C"/>
                </a:solidFill>
              </a:defRPr>
            </a:lvl3pPr>
            <a:lvl4pPr algn="l">
              <a:defRPr sz="1725" b="0">
                <a:solidFill>
                  <a:srgbClr val="18243C"/>
                </a:solidFill>
              </a:defRPr>
            </a:lvl4pPr>
            <a:lvl5pPr algn="l">
              <a:defRPr sz="1725" b="0">
                <a:solidFill>
                  <a:srgbClr val="18243C"/>
                </a:solidFill>
              </a:defRPr>
            </a:lvl5pPr>
            <a:lvl6pPr algn="l">
              <a:defRPr sz="1725" b="0">
                <a:solidFill>
                  <a:srgbClr val="18243C"/>
                </a:solidFill>
              </a:defRPr>
            </a:lvl6pPr>
            <a:lvl7pPr algn="l">
              <a:defRPr sz="1725" b="0">
                <a:solidFill>
                  <a:srgbClr val="18243C"/>
                </a:solidFill>
              </a:defRPr>
            </a:lvl7pPr>
            <a:lvl8pPr algn="l">
              <a:defRPr sz="1725" b="0">
                <a:solidFill>
                  <a:srgbClr val="18243C"/>
                </a:solidFill>
              </a:defRPr>
            </a:lvl8pPr>
            <a:lvl9pPr algn="l"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Широкая платформа: несколько позиций в заказе, управление справочниками, серверное хранение, платежи, мобильная версия и другие требования.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920AA8-2CF2-4F5C-9170-9625B7843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219325"/>
            <a:ext cx="19050" cy="2619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03D555-B05D-4972-BF22-8B54CC1D2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238375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1">
                <a:solidFill>
                  <a:srgbClr val="285BEB"/>
                </a:solidFill>
              </a:defRPr>
            </a:defPPr>
            <a:lvl1pPr algn="l">
              <a:defRPr sz="2025" b="1">
                <a:solidFill>
                  <a:srgbClr val="285BEB"/>
                </a:solidFill>
              </a:defRPr>
            </a:lvl1pPr>
            <a:lvl2pPr algn="l">
              <a:defRPr sz="2025" b="1">
                <a:solidFill>
                  <a:srgbClr val="285BEB"/>
                </a:solidFill>
              </a:defRPr>
            </a:lvl2pPr>
            <a:lvl3pPr algn="l">
              <a:defRPr sz="2025" b="1">
                <a:solidFill>
                  <a:srgbClr val="285BEB"/>
                </a:solidFill>
              </a:defRPr>
            </a:lvl3pPr>
            <a:lvl4pPr algn="l">
              <a:defRPr sz="2025" b="1">
                <a:solidFill>
                  <a:srgbClr val="285BEB"/>
                </a:solidFill>
              </a:defRPr>
            </a:lvl4pPr>
            <a:lvl5pPr algn="l">
              <a:defRPr sz="2025" b="1">
                <a:solidFill>
                  <a:srgbClr val="285BEB"/>
                </a:solidFill>
              </a:defRPr>
            </a:lvl5pPr>
            <a:lvl6pPr algn="l">
              <a:defRPr sz="2025" b="1">
                <a:solidFill>
                  <a:srgbClr val="285BEB"/>
                </a:solidFill>
              </a:defRPr>
            </a:lvl6pPr>
            <a:lvl7pPr algn="l">
              <a:defRPr sz="2025" b="1">
                <a:solidFill>
                  <a:srgbClr val="285BEB"/>
                </a:solidFill>
              </a:defRPr>
            </a:lvl7pPr>
            <a:lvl8pPr algn="l">
              <a:defRPr sz="2025" b="1">
                <a:solidFill>
                  <a:srgbClr val="285BEB"/>
                </a:solidFill>
              </a:defRPr>
            </a:lvl8pPr>
            <a:lvl9pPr algn="l"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Итоговый прототип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7AB097-B98E-4184-B6C9-40EF906C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771775"/>
            <a:ext cx="46672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18243C"/>
                </a:solidFill>
              </a:defRPr>
            </a:defPPr>
            <a:lvl1pPr algn="l">
              <a:defRPr sz="1725" b="0">
                <a:solidFill>
                  <a:srgbClr val="18243C"/>
                </a:solidFill>
              </a:defRPr>
            </a:lvl1pPr>
            <a:lvl2pPr algn="l">
              <a:defRPr sz="1725" b="0">
                <a:solidFill>
                  <a:srgbClr val="18243C"/>
                </a:solidFill>
              </a:defRPr>
            </a:lvl2pPr>
            <a:lvl3pPr algn="l">
              <a:defRPr sz="1725" b="0">
                <a:solidFill>
                  <a:srgbClr val="18243C"/>
                </a:solidFill>
              </a:defRPr>
            </a:lvl3pPr>
            <a:lvl4pPr algn="l">
              <a:defRPr sz="1725" b="0">
                <a:solidFill>
                  <a:srgbClr val="18243C"/>
                </a:solidFill>
              </a:defRPr>
            </a:lvl4pPr>
            <a:lvl5pPr algn="l">
              <a:defRPr sz="1725" b="0">
                <a:solidFill>
                  <a:srgbClr val="18243C"/>
                </a:solidFill>
              </a:defRPr>
            </a:lvl5pPr>
            <a:lvl6pPr algn="l">
              <a:defRPr sz="1725" b="0">
                <a:solidFill>
                  <a:srgbClr val="18243C"/>
                </a:solidFill>
              </a:defRPr>
            </a:lvl6pPr>
            <a:lvl7pPr algn="l">
              <a:defRPr sz="1725" b="0">
                <a:solidFill>
                  <a:srgbClr val="18243C"/>
                </a:solidFill>
              </a:defRPr>
            </a:lvl7pPr>
            <a:lvl8pPr algn="l">
              <a:defRPr sz="1725" b="0">
                <a:solidFill>
                  <a:srgbClr val="18243C"/>
                </a:solidFill>
              </a:defRPr>
            </a:lvl8pPr>
            <a:lvl9pPr algn="l"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Один заказ одному поставщику. Подробно показан путь от предложения до отправления, с тремя рабочими пространствами и отдельными статусами оплаты.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1EB19D-B98A-4D65-A279-D3A54FA5C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816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8243C"/>
                </a:solidFill>
              </a:defRPr>
            </a:defPPr>
            <a:lvl1pPr algn="l">
              <a:defRPr sz="1575" b="1">
                <a:solidFill>
                  <a:srgbClr val="18243C"/>
                </a:solidFill>
              </a:defRPr>
            </a:lvl1pPr>
            <a:lvl2pPr algn="l">
              <a:defRPr sz="1575" b="1">
                <a:solidFill>
                  <a:srgbClr val="18243C"/>
                </a:solidFill>
              </a:defRPr>
            </a:lvl2pPr>
            <a:lvl3pPr algn="l">
              <a:defRPr sz="1575" b="1">
                <a:solidFill>
                  <a:srgbClr val="18243C"/>
                </a:solidFill>
              </a:defRPr>
            </a:lvl3pPr>
            <a:lvl4pPr algn="l">
              <a:defRPr sz="1575" b="1">
                <a:solidFill>
                  <a:srgbClr val="18243C"/>
                </a:solidFill>
              </a:defRPr>
            </a:lvl4pPr>
            <a:lvl5pPr algn="l">
              <a:defRPr sz="1575" b="1">
                <a:solidFill>
                  <a:srgbClr val="18243C"/>
                </a:solidFill>
              </a:defRPr>
            </a:lvl5pPr>
            <a:lvl6pPr algn="l">
              <a:defRPr sz="1575" b="1">
                <a:solidFill>
                  <a:srgbClr val="18243C"/>
                </a:solidFill>
              </a:defRPr>
            </a:lvl6pPr>
            <a:lvl7pPr algn="l">
              <a:defRPr sz="1575" b="1">
                <a:solidFill>
                  <a:srgbClr val="18243C"/>
                </a:solidFill>
              </a:defRPr>
            </a:lvl7pPr>
            <a:lvl8pPr algn="l">
              <a:defRPr sz="1575" b="1">
                <a:solidFill>
                  <a:srgbClr val="18243C"/>
                </a:solidFill>
              </a:defRPr>
            </a:lvl8pPr>
            <a:lvl9pPr algn="l">
              <a:defRPr sz="15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8243C"/>
                </a:solidFill>
              </a:defRPr>
            </a:pPr>
            <a:r>
              <a:rPr sz="1575" b="1">
                <a:solidFill>
                  <a:srgbClr val="18243C"/>
                </a:solidFill>
              </a:rPr>
              <a:t>Исходное ТЗ сохранили как постановку задачи; в отчёте объяснили, что именно вошло в макет.</a:t>
            </a:r>
          </a:p>
        </p:txBody>
      </p:sp>
    </p:spTree>
    <p:extLst>
      <p:ext uri="{BB962C8B-B14F-4D97-AF65-F5344CB8AC3E}">
        <p14:creationId xmlns:p14="http://schemas.microsoft.com/office/powerpoint/2010/main" val="108764193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536EF7-6D92-437F-9BA5-6F2F2104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72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18243C"/>
                </a:solidFill>
              </a:defRPr>
            </a:defPPr>
            <a:lvl1pPr algn="l">
              <a:defRPr sz="1875" b="1">
                <a:solidFill>
                  <a:srgbClr val="18243C"/>
                </a:solidFill>
              </a:defRPr>
            </a:lvl1pPr>
            <a:lvl2pPr algn="l">
              <a:defRPr sz="1875" b="1">
                <a:solidFill>
                  <a:srgbClr val="18243C"/>
                </a:solidFill>
              </a:defRPr>
            </a:lvl2pPr>
            <a:lvl3pPr algn="l">
              <a:defRPr sz="1875" b="1">
                <a:solidFill>
                  <a:srgbClr val="18243C"/>
                </a:solidFill>
              </a:defRPr>
            </a:lvl3pPr>
            <a:lvl4pPr algn="l">
              <a:defRPr sz="1875" b="1">
                <a:solidFill>
                  <a:srgbClr val="18243C"/>
                </a:solidFill>
              </a:defRPr>
            </a:lvl4pPr>
            <a:lvl5pPr algn="l">
              <a:defRPr sz="1875" b="1">
                <a:solidFill>
                  <a:srgbClr val="18243C"/>
                </a:solidFill>
              </a:defRPr>
            </a:lvl5pPr>
            <a:lvl6pPr algn="l">
              <a:defRPr sz="1875" b="1">
                <a:solidFill>
                  <a:srgbClr val="18243C"/>
                </a:solidFill>
              </a:defRPr>
            </a:lvl6pPr>
            <a:lvl7pPr algn="l">
              <a:defRPr sz="1875" b="1">
                <a:solidFill>
                  <a:srgbClr val="18243C"/>
                </a:solidFill>
              </a:defRPr>
            </a:lvl7pPr>
            <a:lvl8pPr algn="l">
              <a:defRPr sz="1875" b="1">
                <a:solidFill>
                  <a:srgbClr val="18243C"/>
                </a:solidFill>
              </a:defRPr>
            </a:lvl8pPr>
            <a:lvl9pPr algn="l">
              <a:defRPr sz="18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8243C"/>
                </a:solidFill>
              </a:defRPr>
            </a:pPr>
            <a:r>
              <a:rPr sz="1875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8B77A9-2D8B-413C-B07F-95DD19F6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85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285BEB"/>
                </a:solidFill>
              </a:defRPr>
            </a:defPPr>
            <a:lvl1pPr algn="l">
              <a:defRPr sz="1875" b="1">
                <a:solidFill>
                  <a:srgbClr val="285BEB"/>
                </a:solidFill>
              </a:defRPr>
            </a:lvl1pPr>
            <a:lvl2pPr algn="l">
              <a:defRPr sz="1875" b="1">
                <a:solidFill>
                  <a:srgbClr val="285BEB"/>
                </a:solidFill>
              </a:defRPr>
            </a:lvl2pPr>
            <a:lvl3pPr algn="l">
              <a:defRPr sz="1875" b="1">
                <a:solidFill>
                  <a:srgbClr val="285BEB"/>
                </a:solidFill>
              </a:defRPr>
            </a:lvl3pPr>
            <a:lvl4pPr algn="l">
              <a:defRPr sz="1875" b="1">
                <a:solidFill>
                  <a:srgbClr val="285BEB"/>
                </a:solidFill>
              </a:defRPr>
            </a:lvl4pPr>
            <a:lvl5pPr algn="l">
              <a:defRPr sz="1875" b="1">
                <a:solidFill>
                  <a:srgbClr val="285BEB"/>
                </a:solidFill>
              </a:defRPr>
            </a:lvl5pPr>
            <a:lvl6pPr algn="l">
              <a:defRPr sz="1875" b="1">
                <a:solidFill>
                  <a:srgbClr val="285BEB"/>
                </a:solidFill>
              </a:defRPr>
            </a:lvl6pPr>
            <a:lvl7pPr algn="l">
              <a:defRPr sz="1875" b="1">
                <a:solidFill>
                  <a:srgbClr val="285BEB"/>
                </a:solidFill>
              </a:defRPr>
            </a:lvl7pPr>
            <a:lvl8pPr algn="l">
              <a:defRPr sz="1875" b="1">
                <a:solidFill>
                  <a:srgbClr val="285BEB"/>
                </a:solidFill>
              </a:defRPr>
            </a:lvl8pPr>
            <a:lvl9pPr algn="l">
              <a:defRPr sz="18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85BEB"/>
                </a:solidFill>
              </a:defRPr>
            </a:pPr>
            <a:r>
              <a:rPr sz="1875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81C508-B51F-4CBB-88B9-D506241A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AB9C76-8989-446C-A900-427D42C5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6202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ПРОЕКТИРОВАНИЕ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9C595B-98CC-4F6A-9878-6C81B3C8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858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8243C"/>
                </a:solidFill>
              </a:defRPr>
            </a:defPPr>
            <a:lvl1pPr algn="l">
              <a:defRPr sz="2850" b="1">
                <a:solidFill>
                  <a:srgbClr val="18243C"/>
                </a:solidFill>
              </a:defRPr>
            </a:lvl1pPr>
            <a:lvl2pPr algn="l">
              <a:defRPr sz="2850" b="1">
                <a:solidFill>
                  <a:srgbClr val="18243C"/>
                </a:solidFill>
              </a:defRPr>
            </a:lvl2pPr>
            <a:lvl3pPr algn="l">
              <a:defRPr sz="2850" b="1">
                <a:solidFill>
                  <a:srgbClr val="18243C"/>
                </a:solidFill>
              </a:defRPr>
            </a:lvl3pPr>
            <a:lvl4pPr algn="l">
              <a:defRPr sz="2850" b="1">
                <a:solidFill>
                  <a:srgbClr val="18243C"/>
                </a:solidFill>
              </a:defRPr>
            </a:lvl4pPr>
            <a:lvl5pPr algn="l">
              <a:defRPr sz="2850" b="1">
                <a:solidFill>
                  <a:srgbClr val="18243C"/>
                </a:solidFill>
              </a:defRPr>
            </a:lvl5pPr>
            <a:lvl6pPr algn="l">
              <a:defRPr sz="2850" b="1">
                <a:solidFill>
                  <a:srgbClr val="18243C"/>
                </a:solidFill>
              </a:defRPr>
            </a:lvl6pPr>
            <a:lvl7pPr algn="l">
              <a:defRPr sz="2850" b="1">
                <a:solidFill>
                  <a:srgbClr val="18243C"/>
                </a:solidFill>
              </a:defRPr>
            </a:lvl7pPr>
            <a:lvl8pPr algn="l">
              <a:defRPr sz="2850" b="1">
                <a:solidFill>
                  <a:srgbClr val="18243C"/>
                </a:solidFill>
              </a:defRPr>
            </a:lvl8pPr>
            <a:lvl9pPr algn="l"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От требований к экранам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CE02D4-9DEB-4818-952F-81D3DD4AF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E9924-6CC6-4B46-A83E-90865B08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0">
                <a:solidFill>
                  <a:srgbClr val="738096"/>
                </a:solidFill>
              </a:defRPr>
            </a:defPPr>
            <a:lvl1pPr algn="r">
              <a:defRPr sz="1050" b="0">
                <a:solidFill>
                  <a:srgbClr val="738096"/>
                </a:solidFill>
              </a:defRPr>
            </a:lvl1pPr>
            <a:lvl2pPr algn="r">
              <a:defRPr sz="1050" b="0">
                <a:solidFill>
                  <a:srgbClr val="738096"/>
                </a:solidFill>
              </a:defRPr>
            </a:lvl2pPr>
            <a:lvl3pPr algn="r">
              <a:defRPr sz="1050" b="0">
                <a:solidFill>
                  <a:srgbClr val="738096"/>
                </a:solidFill>
              </a:defRPr>
            </a:lvl3pPr>
            <a:lvl4pPr algn="r">
              <a:defRPr sz="1050" b="0">
                <a:solidFill>
                  <a:srgbClr val="738096"/>
                </a:solidFill>
              </a:defRPr>
            </a:lvl4pPr>
            <a:lvl5pPr algn="r">
              <a:defRPr sz="1050" b="0">
                <a:solidFill>
                  <a:srgbClr val="738096"/>
                </a:solidFill>
              </a:defRPr>
            </a:lvl5pPr>
            <a:lvl6pPr algn="r">
              <a:defRPr sz="1050" b="0">
                <a:solidFill>
                  <a:srgbClr val="738096"/>
                </a:solidFill>
              </a:defRPr>
            </a:lvl6pPr>
            <a:lvl7pPr algn="r">
              <a:defRPr sz="1050" b="0">
                <a:solidFill>
                  <a:srgbClr val="738096"/>
                </a:solidFill>
              </a:defRPr>
            </a:lvl7pPr>
            <a:lvl8pPr algn="r">
              <a:defRPr sz="1050" b="0">
                <a:solidFill>
                  <a:srgbClr val="738096"/>
                </a:solidFill>
              </a:defRPr>
            </a:lvl8pPr>
            <a:lvl9pPr algn="r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99D914-3971-49F4-B3E1-4C57285D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52700"/>
            <a:ext cx="19526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18243C"/>
                </a:solidFill>
              </a:defRPr>
            </a:defPPr>
            <a:lvl1pPr algn="l">
              <a:defRPr sz="1800" b="1">
                <a:solidFill>
                  <a:srgbClr val="18243C"/>
                </a:solidFill>
              </a:defRPr>
            </a:lvl1pPr>
            <a:lvl2pPr algn="l">
              <a:defRPr sz="1800" b="1">
                <a:solidFill>
                  <a:srgbClr val="18243C"/>
                </a:solidFill>
              </a:defRPr>
            </a:lvl2pPr>
            <a:lvl3pPr algn="l">
              <a:defRPr sz="1800" b="1">
                <a:solidFill>
                  <a:srgbClr val="18243C"/>
                </a:solidFill>
              </a:defRPr>
            </a:lvl3pPr>
            <a:lvl4pPr algn="l">
              <a:defRPr sz="1800" b="1">
                <a:solidFill>
                  <a:srgbClr val="18243C"/>
                </a:solidFill>
              </a:defRPr>
            </a:lvl4pPr>
            <a:lvl5pPr algn="l">
              <a:defRPr sz="1800" b="1">
                <a:solidFill>
                  <a:srgbClr val="18243C"/>
                </a:solidFill>
              </a:defRPr>
            </a:lvl5pPr>
            <a:lvl6pPr algn="l">
              <a:defRPr sz="1800" b="1">
                <a:solidFill>
                  <a:srgbClr val="18243C"/>
                </a:solidFill>
              </a:defRPr>
            </a:lvl6pPr>
            <a:lvl7pPr algn="l">
              <a:defRPr sz="1800" b="1">
                <a:solidFill>
                  <a:srgbClr val="18243C"/>
                </a:solidFill>
              </a:defRPr>
            </a:lvl7pPr>
            <a:lvl8pPr algn="l">
              <a:defRPr sz="1800" b="1">
                <a:solidFill>
                  <a:srgbClr val="18243C"/>
                </a:solidFill>
              </a:defRPr>
            </a:lvl8pPr>
            <a:lvl9pPr algn="l">
              <a:defRPr sz="18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243C"/>
                </a:solidFill>
              </a:defRPr>
            </a:pPr>
            <a:r>
              <a:rPr sz="1800" b="1">
                <a:solidFill>
                  <a:srgbClr val="18243C"/>
                </a:solidFill>
              </a:rPr>
              <a:t>ТЗ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6926FA-52EC-474F-A385-684ADCAC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952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B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C80E4F-FBC0-4EA7-AFB7-327A99F8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24225"/>
            <a:ext cx="1952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738096"/>
                </a:solidFill>
              </a:defRPr>
            </a:defPPr>
            <a:lvl1pPr algn="l">
              <a:defRPr sz="1350" b="0">
                <a:solidFill>
                  <a:srgbClr val="738096"/>
                </a:solidFill>
              </a:defRPr>
            </a:lvl1pPr>
            <a:lvl2pPr algn="l">
              <a:defRPr sz="1350" b="0">
                <a:solidFill>
                  <a:srgbClr val="738096"/>
                </a:solidFill>
              </a:defRPr>
            </a:lvl2pPr>
            <a:lvl3pPr algn="l">
              <a:defRPr sz="1350" b="0">
                <a:solidFill>
                  <a:srgbClr val="738096"/>
                </a:solidFill>
              </a:defRPr>
            </a:lvl3pPr>
            <a:lvl4pPr algn="l">
              <a:defRPr sz="1350" b="0">
                <a:solidFill>
                  <a:srgbClr val="738096"/>
                </a:solidFill>
              </a:defRPr>
            </a:lvl4pPr>
            <a:lvl5pPr algn="l">
              <a:defRPr sz="1350" b="0">
                <a:solidFill>
                  <a:srgbClr val="738096"/>
                </a:solidFill>
              </a:defRPr>
            </a:lvl5pPr>
            <a:lvl6pPr algn="l">
              <a:defRPr sz="1350" b="0">
                <a:solidFill>
                  <a:srgbClr val="738096"/>
                </a:solidFill>
              </a:defRPr>
            </a:lvl6pPr>
            <a:lvl7pPr algn="l">
              <a:defRPr sz="1350" b="0">
                <a:solidFill>
                  <a:srgbClr val="738096"/>
                </a:solidFill>
              </a:defRPr>
            </a:lvl7pPr>
            <a:lvl8pPr algn="l">
              <a:defRPr sz="1350" b="0">
                <a:solidFill>
                  <a:srgbClr val="738096"/>
                </a:solidFill>
              </a:defRPr>
            </a:lvl8pPr>
            <a:lvl9pPr algn="l">
              <a:defRPr sz="13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738096"/>
                </a:solidFill>
              </a:defRPr>
            </a:pPr>
            <a:r>
              <a:rPr sz="1350" b="0">
                <a:solidFill>
                  <a:srgbClr val="738096"/>
                </a:solidFill>
              </a:rPr>
              <a:t>задача и роли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5C9F4F-8E69-4AF8-A3CB-0255F199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52700"/>
            <a:ext cx="19526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18243C"/>
                </a:solidFill>
              </a:defRPr>
            </a:defPPr>
            <a:lvl1pPr algn="l">
              <a:defRPr sz="1800" b="1">
                <a:solidFill>
                  <a:srgbClr val="18243C"/>
                </a:solidFill>
              </a:defRPr>
            </a:lvl1pPr>
            <a:lvl2pPr algn="l">
              <a:defRPr sz="1800" b="1">
                <a:solidFill>
                  <a:srgbClr val="18243C"/>
                </a:solidFill>
              </a:defRPr>
            </a:lvl2pPr>
            <a:lvl3pPr algn="l">
              <a:defRPr sz="1800" b="1">
                <a:solidFill>
                  <a:srgbClr val="18243C"/>
                </a:solidFill>
              </a:defRPr>
            </a:lvl3pPr>
            <a:lvl4pPr algn="l">
              <a:defRPr sz="1800" b="1">
                <a:solidFill>
                  <a:srgbClr val="18243C"/>
                </a:solidFill>
              </a:defRPr>
            </a:lvl4pPr>
            <a:lvl5pPr algn="l">
              <a:defRPr sz="1800" b="1">
                <a:solidFill>
                  <a:srgbClr val="18243C"/>
                </a:solidFill>
              </a:defRPr>
            </a:lvl5pPr>
            <a:lvl6pPr algn="l">
              <a:defRPr sz="1800" b="1">
                <a:solidFill>
                  <a:srgbClr val="18243C"/>
                </a:solidFill>
              </a:defRPr>
            </a:lvl6pPr>
            <a:lvl7pPr algn="l">
              <a:defRPr sz="1800" b="1">
                <a:solidFill>
                  <a:srgbClr val="18243C"/>
                </a:solidFill>
              </a:defRPr>
            </a:lvl7pPr>
            <a:lvl8pPr algn="l">
              <a:defRPr sz="1800" b="1">
                <a:solidFill>
                  <a:srgbClr val="18243C"/>
                </a:solidFill>
              </a:defRPr>
            </a:lvl8pPr>
            <a:lvl9pPr algn="l">
              <a:defRPr sz="18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243C"/>
                </a:solidFill>
              </a:defRPr>
            </a:pPr>
            <a:r>
              <a:rPr sz="1800" b="1">
                <a:solidFill>
                  <a:srgbClr val="18243C"/>
                </a:solidFill>
              </a:rPr>
              <a:t>Персоны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1C1AA0-332D-4335-9541-442EDE90E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05150"/>
            <a:ext cx="1952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B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840241-4E0B-4EAC-90DD-2198F93B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24225"/>
            <a:ext cx="1952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738096"/>
                </a:solidFill>
              </a:defRPr>
            </a:defPPr>
            <a:lvl1pPr algn="l">
              <a:defRPr sz="1350" b="0">
                <a:solidFill>
                  <a:srgbClr val="738096"/>
                </a:solidFill>
              </a:defRPr>
            </a:lvl1pPr>
            <a:lvl2pPr algn="l">
              <a:defRPr sz="1350" b="0">
                <a:solidFill>
                  <a:srgbClr val="738096"/>
                </a:solidFill>
              </a:defRPr>
            </a:lvl2pPr>
            <a:lvl3pPr algn="l">
              <a:defRPr sz="1350" b="0">
                <a:solidFill>
                  <a:srgbClr val="738096"/>
                </a:solidFill>
              </a:defRPr>
            </a:lvl3pPr>
            <a:lvl4pPr algn="l">
              <a:defRPr sz="1350" b="0">
                <a:solidFill>
                  <a:srgbClr val="738096"/>
                </a:solidFill>
              </a:defRPr>
            </a:lvl4pPr>
            <a:lvl5pPr algn="l">
              <a:defRPr sz="1350" b="0">
                <a:solidFill>
                  <a:srgbClr val="738096"/>
                </a:solidFill>
              </a:defRPr>
            </a:lvl5pPr>
            <a:lvl6pPr algn="l">
              <a:defRPr sz="1350" b="0">
                <a:solidFill>
                  <a:srgbClr val="738096"/>
                </a:solidFill>
              </a:defRPr>
            </a:lvl6pPr>
            <a:lvl7pPr algn="l">
              <a:defRPr sz="1350" b="0">
                <a:solidFill>
                  <a:srgbClr val="738096"/>
                </a:solidFill>
              </a:defRPr>
            </a:lvl7pPr>
            <a:lvl8pPr algn="l">
              <a:defRPr sz="1350" b="0">
                <a:solidFill>
                  <a:srgbClr val="738096"/>
                </a:solidFill>
              </a:defRPr>
            </a:lvl8pPr>
            <a:lvl9pPr algn="l">
              <a:defRPr sz="13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738096"/>
                </a:solidFill>
              </a:defRPr>
            </a:pPr>
            <a:r>
              <a:rPr sz="1350" b="0">
                <a:solidFill>
                  <a:srgbClr val="738096"/>
                </a:solidFill>
              </a:rPr>
              <a:t>потребности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1C7E70-AF96-42AE-ACFD-674C7D39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552700"/>
            <a:ext cx="19526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18243C"/>
                </a:solidFill>
              </a:defRPr>
            </a:defPPr>
            <a:lvl1pPr algn="l">
              <a:defRPr sz="1800" b="1">
                <a:solidFill>
                  <a:srgbClr val="18243C"/>
                </a:solidFill>
              </a:defRPr>
            </a:lvl1pPr>
            <a:lvl2pPr algn="l">
              <a:defRPr sz="1800" b="1">
                <a:solidFill>
                  <a:srgbClr val="18243C"/>
                </a:solidFill>
              </a:defRPr>
            </a:lvl2pPr>
            <a:lvl3pPr algn="l">
              <a:defRPr sz="1800" b="1">
                <a:solidFill>
                  <a:srgbClr val="18243C"/>
                </a:solidFill>
              </a:defRPr>
            </a:lvl3pPr>
            <a:lvl4pPr algn="l">
              <a:defRPr sz="1800" b="1">
                <a:solidFill>
                  <a:srgbClr val="18243C"/>
                </a:solidFill>
              </a:defRPr>
            </a:lvl4pPr>
            <a:lvl5pPr algn="l">
              <a:defRPr sz="1800" b="1">
                <a:solidFill>
                  <a:srgbClr val="18243C"/>
                </a:solidFill>
              </a:defRPr>
            </a:lvl5pPr>
            <a:lvl6pPr algn="l">
              <a:defRPr sz="1800" b="1">
                <a:solidFill>
                  <a:srgbClr val="18243C"/>
                </a:solidFill>
              </a:defRPr>
            </a:lvl6pPr>
            <a:lvl7pPr algn="l">
              <a:defRPr sz="1800" b="1">
                <a:solidFill>
                  <a:srgbClr val="18243C"/>
                </a:solidFill>
              </a:defRPr>
            </a:lvl7pPr>
            <a:lvl8pPr algn="l">
              <a:defRPr sz="1800" b="1">
                <a:solidFill>
                  <a:srgbClr val="18243C"/>
                </a:solidFill>
              </a:defRPr>
            </a:lvl8pPr>
            <a:lvl9pPr algn="l">
              <a:defRPr sz="18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243C"/>
                </a:solidFill>
              </a:defRPr>
            </a:pPr>
            <a:r>
              <a:rPr sz="1800" b="1">
                <a:solidFill>
                  <a:srgbClr val="18243C"/>
                </a:solidFill>
              </a:rPr>
              <a:t>Истории + UML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45FCA1-55E9-4E10-B20A-22A8525F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105150"/>
            <a:ext cx="1952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B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8986A1-D83B-46A1-ADE5-BD90B9B7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324225"/>
            <a:ext cx="1952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738096"/>
                </a:solidFill>
              </a:defRPr>
            </a:defPPr>
            <a:lvl1pPr algn="l">
              <a:defRPr sz="1350" b="0">
                <a:solidFill>
                  <a:srgbClr val="738096"/>
                </a:solidFill>
              </a:defRPr>
            </a:lvl1pPr>
            <a:lvl2pPr algn="l">
              <a:defRPr sz="1350" b="0">
                <a:solidFill>
                  <a:srgbClr val="738096"/>
                </a:solidFill>
              </a:defRPr>
            </a:lvl2pPr>
            <a:lvl3pPr algn="l">
              <a:defRPr sz="1350" b="0">
                <a:solidFill>
                  <a:srgbClr val="738096"/>
                </a:solidFill>
              </a:defRPr>
            </a:lvl3pPr>
            <a:lvl4pPr algn="l">
              <a:defRPr sz="1350" b="0">
                <a:solidFill>
                  <a:srgbClr val="738096"/>
                </a:solidFill>
              </a:defRPr>
            </a:lvl4pPr>
            <a:lvl5pPr algn="l">
              <a:defRPr sz="1350" b="0">
                <a:solidFill>
                  <a:srgbClr val="738096"/>
                </a:solidFill>
              </a:defRPr>
            </a:lvl5pPr>
            <a:lvl6pPr algn="l">
              <a:defRPr sz="1350" b="0">
                <a:solidFill>
                  <a:srgbClr val="738096"/>
                </a:solidFill>
              </a:defRPr>
            </a:lvl6pPr>
            <a:lvl7pPr algn="l">
              <a:defRPr sz="1350" b="0">
                <a:solidFill>
                  <a:srgbClr val="738096"/>
                </a:solidFill>
              </a:defRPr>
            </a:lvl7pPr>
            <a:lvl8pPr algn="l">
              <a:defRPr sz="1350" b="0">
                <a:solidFill>
                  <a:srgbClr val="738096"/>
                </a:solidFill>
              </a:defRPr>
            </a:lvl8pPr>
            <a:lvl9pPr algn="l">
              <a:defRPr sz="13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738096"/>
                </a:solidFill>
              </a:defRPr>
            </a:pPr>
            <a:r>
              <a:rPr sz="1350" b="0">
                <a:solidFill>
                  <a:srgbClr val="738096"/>
                </a:solidFill>
              </a:rPr>
              <a:t>действия и правила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A7FCF8-BD51-46D5-A1CC-B290DAE1E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552700"/>
            <a:ext cx="19526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18243C"/>
                </a:solidFill>
              </a:defRPr>
            </a:defPPr>
            <a:lvl1pPr algn="l">
              <a:defRPr sz="1800" b="1">
                <a:solidFill>
                  <a:srgbClr val="18243C"/>
                </a:solidFill>
              </a:defRPr>
            </a:lvl1pPr>
            <a:lvl2pPr algn="l">
              <a:defRPr sz="1800" b="1">
                <a:solidFill>
                  <a:srgbClr val="18243C"/>
                </a:solidFill>
              </a:defRPr>
            </a:lvl2pPr>
            <a:lvl3pPr algn="l">
              <a:defRPr sz="1800" b="1">
                <a:solidFill>
                  <a:srgbClr val="18243C"/>
                </a:solidFill>
              </a:defRPr>
            </a:lvl3pPr>
            <a:lvl4pPr algn="l">
              <a:defRPr sz="1800" b="1">
                <a:solidFill>
                  <a:srgbClr val="18243C"/>
                </a:solidFill>
              </a:defRPr>
            </a:lvl4pPr>
            <a:lvl5pPr algn="l">
              <a:defRPr sz="1800" b="1">
                <a:solidFill>
                  <a:srgbClr val="18243C"/>
                </a:solidFill>
              </a:defRPr>
            </a:lvl5pPr>
            <a:lvl6pPr algn="l">
              <a:defRPr sz="1800" b="1">
                <a:solidFill>
                  <a:srgbClr val="18243C"/>
                </a:solidFill>
              </a:defRPr>
            </a:lvl6pPr>
            <a:lvl7pPr algn="l">
              <a:defRPr sz="1800" b="1">
                <a:solidFill>
                  <a:srgbClr val="18243C"/>
                </a:solidFill>
              </a:defRPr>
            </a:lvl7pPr>
            <a:lvl8pPr algn="l">
              <a:defRPr sz="1800" b="1">
                <a:solidFill>
                  <a:srgbClr val="18243C"/>
                </a:solidFill>
              </a:defRPr>
            </a:lvl8pPr>
            <a:lvl9pPr algn="l">
              <a:defRPr sz="18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243C"/>
                </a:solidFill>
              </a:defRPr>
            </a:pPr>
            <a:r>
              <a:rPr sz="1800" b="1">
                <a:solidFill>
                  <a:srgbClr val="18243C"/>
                </a:solidFill>
              </a:rPr>
              <a:t>Вайрфреймы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12CCE4-0F13-40FA-BA65-2008E6223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1952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B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6B0178-F2A6-4165-8C09-D44C403B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24225"/>
            <a:ext cx="1952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738096"/>
                </a:solidFill>
              </a:defRPr>
            </a:defPPr>
            <a:lvl1pPr algn="l">
              <a:defRPr sz="1350" b="0">
                <a:solidFill>
                  <a:srgbClr val="738096"/>
                </a:solidFill>
              </a:defRPr>
            </a:lvl1pPr>
            <a:lvl2pPr algn="l">
              <a:defRPr sz="1350" b="0">
                <a:solidFill>
                  <a:srgbClr val="738096"/>
                </a:solidFill>
              </a:defRPr>
            </a:lvl2pPr>
            <a:lvl3pPr algn="l">
              <a:defRPr sz="1350" b="0">
                <a:solidFill>
                  <a:srgbClr val="738096"/>
                </a:solidFill>
              </a:defRPr>
            </a:lvl3pPr>
            <a:lvl4pPr algn="l">
              <a:defRPr sz="1350" b="0">
                <a:solidFill>
                  <a:srgbClr val="738096"/>
                </a:solidFill>
              </a:defRPr>
            </a:lvl4pPr>
            <a:lvl5pPr algn="l">
              <a:defRPr sz="1350" b="0">
                <a:solidFill>
                  <a:srgbClr val="738096"/>
                </a:solidFill>
              </a:defRPr>
            </a:lvl5pPr>
            <a:lvl6pPr algn="l">
              <a:defRPr sz="1350" b="0">
                <a:solidFill>
                  <a:srgbClr val="738096"/>
                </a:solidFill>
              </a:defRPr>
            </a:lvl6pPr>
            <a:lvl7pPr algn="l">
              <a:defRPr sz="1350" b="0">
                <a:solidFill>
                  <a:srgbClr val="738096"/>
                </a:solidFill>
              </a:defRPr>
            </a:lvl7pPr>
            <a:lvl8pPr algn="l">
              <a:defRPr sz="1350" b="0">
                <a:solidFill>
                  <a:srgbClr val="738096"/>
                </a:solidFill>
              </a:defRPr>
            </a:lvl8pPr>
            <a:lvl9pPr algn="l">
              <a:defRPr sz="13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738096"/>
                </a:solidFill>
              </a:defRPr>
            </a:pPr>
            <a:r>
              <a:rPr sz="1350" b="0">
                <a:solidFill>
                  <a:srgbClr val="738096"/>
                </a:solidFill>
              </a:rPr>
              <a:t>структура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267928-4DD2-4462-AE48-5E5E52FF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552700"/>
            <a:ext cx="19526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285BEB"/>
                </a:solidFill>
              </a:defRPr>
            </a:defPPr>
            <a:lvl1pPr algn="l">
              <a:defRPr sz="1800" b="1">
                <a:solidFill>
                  <a:srgbClr val="285BEB"/>
                </a:solidFill>
              </a:defRPr>
            </a:lvl1pPr>
            <a:lvl2pPr algn="l">
              <a:defRPr sz="1800" b="1">
                <a:solidFill>
                  <a:srgbClr val="285BEB"/>
                </a:solidFill>
              </a:defRPr>
            </a:lvl2pPr>
            <a:lvl3pPr algn="l">
              <a:defRPr sz="1800" b="1">
                <a:solidFill>
                  <a:srgbClr val="285BEB"/>
                </a:solidFill>
              </a:defRPr>
            </a:lvl3pPr>
            <a:lvl4pPr algn="l">
              <a:defRPr sz="1800" b="1">
                <a:solidFill>
                  <a:srgbClr val="285BEB"/>
                </a:solidFill>
              </a:defRPr>
            </a:lvl4pPr>
            <a:lvl5pPr algn="l">
              <a:defRPr sz="1800" b="1">
                <a:solidFill>
                  <a:srgbClr val="285BEB"/>
                </a:solidFill>
              </a:defRPr>
            </a:lvl5pPr>
            <a:lvl6pPr algn="l">
              <a:defRPr sz="1800" b="1">
                <a:solidFill>
                  <a:srgbClr val="285BEB"/>
                </a:solidFill>
              </a:defRPr>
            </a:lvl6pPr>
            <a:lvl7pPr algn="l">
              <a:defRPr sz="1800" b="1">
                <a:solidFill>
                  <a:srgbClr val="285BEB"/>
                </a:solidFill>
              </a:defRPr>
            </a:lvl7pPr>
            <a:lvl8pPr algn="l">
              <a:defRPr sz="1800" b="1">
                <a:solidFill>
                  <a:srgbClr val="285BEB"/>
                </a:solidFill>
              </a:defRPr>
            </a:lvl8pPr>
            <a:lvl9pPr algn="l">
              <a:defRPr sz="180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85BEB"/>
                </a:solidFill>
              </a:defRPr>
            </a:pPr>
            <a:r>
              <a:rPr sz="1800" b="1">
                <a:solidFill>
                  <a:srgbClr val="285BEB"/>
                </a:solidFill>
              </a:rPr>
              <a:t>Figma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E8DE2F-10A6-4ACF-999D-BF48F980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105150"/>
            <a:ext cx="1952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B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75D33D-9725-432A-9DD6-86DC20FE7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324225"/>
            <a:ext cx="1952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738096"/>
                </a:solidFill>
              </a:defRPr>
            </a:defPPr>
            <a:lvl1pPr algn="l">
              <a:defRPr sz="1350" b="0">
                <a:solidFill>
                  <a:srgbClr val="738096"/>
                </a:solidFill>
              </a:defRPr>
            </a:lvl1pPr>
            <a:lvl2pPr algn="l">
              <a:defRPr sz="1350" b="0">
                <a:solidFill>
                  <a:srgbClr val="738096"/>
                </a:solidFill>
              </a:defRPr>
            </a:lvl2pPr>
            <a:lvl3pPr algn="l">
              <a:defRPr sz="1350" b="0">
                <a:solidFill>
                  <a:srgbClr val="738096"/>
                </a:solidFill>
              </a:defRPr>
            </a:lvl3pPr>
            <a:lvl4pPr algn="l">
              <a:defRPr sz="1350" b="0">
                <a:solidFill>
                  <a:srgbClr val="738096"/>
                </a:solidFill>
              </a:defRPr>
            </a:lvl4pPr>
            <a:lvl5pPr algn="l">
              <a:defRPr sz="1350" b="0">
                <a:solidFill>
                  <a:srgbClr val="738096"/>
                </a:solidFill>
              </a:defRPr>
            </a:lvl5pPr>
            <a:lvl6pPr algn="l">
              <a:defRPr sz="1350" b="0">
                <a:solidFill>
                  <a:srgbClr val="738096"/>
                </a:solidFill>
              </a:defRPr>
            </a:lvl6pPr>
            <a:lvl7pPr algn="l">
              <a:defRPr sz="1350" b="0">
                <a:solidFill>
                  <a:srgbClr val="738096"/>
                </a:solidFill>
              </a:defRPr>
            </a:lvl7pPr>
            <a:lvl8pPr algn="l">
              <a:defRPr sz="1350" b="0">
                <a:solidFill>
                  <a:srgbClr val="738096"/>
                </a:solidFill>
              </a:defRPr>
            </a:lvl8pPr>
            <a:lvl9pPr algn="l">
              <a:defRPr sz="13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738096"/>
                </a:solidFill>
              </a:defRPr>
            </a:pPr>
            <a:r>
              <a:rPr sz="1350" b="0">
                <a:solidFill>
                  <a:srgbClr val="738096"/>
                </a:solidFill>
              </a:rPr>
              <a:t>итоговый прототип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F3A745-9EC0-405B-9C30-D5222D64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24400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18243C"/>
                </a:solidFill>
              </a:defRPr>
            </a:defPPr>
            <a:lvl1pPr algn="l">
              <a:defRPr sz="1875" b="1">
                <a:solidFill>
                  <a:srgbClr val="18243C"/>
                </a:solidFill>
              </a:defRPr>
            </a:lvl1pPr>
            <a:lvl2pPr algn="l">
              <a:defRPr sz="1875" b="1">
                <a:solidFill>
                  <a:srgbClr val="18243C"/>
                </a:solidFill>
              </a:defRPr>
            </a:lvl2pPr>
            <a:lvl3pPr algn="l">
              <a:defRPr sz="1875" b="1">
                <a:solidFill>
                  <a:srgbClr val="18243C"/>
                </a:solidFill>
              </a:defRPr>
            </a:lvl3pPr>
            <a:lvl4pPr algn="l">
              <a:defRPr sz="1875" b="1">
                <a:solidFill>
                  <a:srgbClr val="18243C"/>
                </a:solidFill>
              </a:defRPr>
            </a:lvl4pPr>
            <a:lvl5pPr algn="l">
              <a:defRPr sz="1875" b="1">
                <a:solidFill>
                  <a:srgbClr val="18243C"/>
                </a:solidFill>
              </a:defRPr>
            </a:lvl5pPr>
            <a:lvl6pPr algn="l">
              <a:defRPr sz="1875" b="1">
                <a:solidFill>
                  <a:srgbClr val="18243C"/>
                </a:solidFill>
              </a:defRPr>
            </a:lvl6pPr>
            <a:lvl7pPr algn="l">
              <a:defRPr sz="1875" b="1">
                <a:solidFill>
                  <a:srgbClr val="18243C"/>
                </a:solidFill>
              </a:defRPr>
            </a:lvl7pPr>
            <a:lvl8pPr algn="l">
              <a:defRPr sz="1875" b="1">
                <a:solidFill>
                  <a:srgbClr val="18243C"/>
                </a:solidFill>
              </a:defRPr>
            </a:lvl8pPr>
            <a:lvl9pPr algn="l">
              <a:defRPr sz="18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8243C"/>
                </a:solidFill>
              </a:defRPr>
            </a:pPr>
            <a:r>
              <a:rPr sz="1875" b="1">
                <a:solidFill>
                  <a:srgbClr val="18243C"/>
                </a:solidFill>
              </a:rPr>
              <a:t>Каждый следующий материал уточнял решение: что нужно пользователю, что он делает и как это выглядит в интерфейсе.</a:t>
            </a:r>
          </a:p>
        </p:txBody>
      </p:sp>
    </p:spTree>
    <p:extLst>
      <p:ext uri="{BB962C8B-B14F-4D97-AF65-F5344CB8AC3E}">
        <p14:creationId xmlns:p14="http://schemas.microsoft.com/office/powerpoint/2010/main" val="152545228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D16299-314B-4562-A72B-9868A04F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72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18243C"/>
                </a:solidFill>
              </a:defRPr>
            </a:defPPr>
            <a:lvl1pPr algn="l">
              <a:defRPr sz="1875" b="1">
                <a:solidFill>
                  <a:srgbClr val="18243C"/>
                </a:solidFill>
              </a:defRPr>
            </a:lvl1pPr>
            <a:lvl2pPr algn="l">
              <a:defRPr sz="1875" b="1">
                <a:solidFill>
                  <a:srgbClr val="18243C"/>
                </a:solidFill>
              </a:defRPr>
            </a:lvl2pPr>
            <a:lvl3pPr algn="l">
              <a:defRPr sz="1875" b="1">
                <a:solidFill>
                  <a:srgbClr val="18243C"/>
                </a:solidFill>
              </a:defRPr>
            </a:lvl3pPr>
            <a:lvl4pPr algn="l">
              <a:defRPr sz="1875" b="1">
                <a:solidFill>
                  <a:srgbClr val="18243C"/>
                </a:solidFill>
              </a:defRPr>
            </a:lvl4pPr>
            <a:lvl5pPr algn="l">
              <a:defRPr sz="1875" b="1">
                <a:solidFill>
                  <a:srgbClr val="18243C"/>
                </a:solidFill>
              </a:defRPr>
            </a:lvl5pPr>
            <a:lvl6pPr algn="l">
              <a:defRPr sz="1875" b="1">
                <a:solidFill>
                  <a:srgbClr val="18243C"/>
                </a:solidFill>
              </a:defRPr>
            </a:lvl6pPr>
            <a:lvl7pPr algn="l">
              <a:defRPr sz="1875" b="1">
                <a:solidFill>
                  <a:srgbClr val="18243C"/>
                </a:solidFill>
              </a:defRPr>
            </a:lvl7pPr>
            <a:lvl8pPr algn="l">
              <a:defRPr sz="1875" b="1">
                <a:solidFill>
                  <a:srgbClr val="18243C"/>
                </a:solidFill>
              </a:defRPr>
            </a:lvl8pPr>
            <a:lvl9pPr algn="l">
              <a:defRPr sz="18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8243C"/>
                </a:solidFill>
              </a:defRPr>
            </a:pPr>
            <a:r>
              <a:rPr sz="1875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3D9164-2009-4442-9657-1CB6787F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85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285BEB"/>
                </a:solidFill>
              </a:defRPr>
            </a:defPPr>
            <a:lvl1pPr algn="l">
              <a:defRPr sz="1875" b="1">
                <a:solidFill>
                  <a:srgbClr val="285BEB"/>
                </a:solidFill>
              </a:defRPr>
            </a:lvl1pPr>
            <a:lvl2pPr algn="l">
              <a:defRPr sz="1875" b="1">
                <a:solidFill>
                  <a:srgbClr val="285BEB"/>
                </a:solidFill>
              </a:defRPr>
            </a:lvl2pPr>
            <a:lvl3pPr algn="l">
              <a:defRPr sz="1875" b="1">
                <a:solidFill>
                  <a:srgbClr val="285BEB"/>
                </a:solidFill>
              </a:defRPr>
            </a:lvl3pPr>
            <a:lvl4pPr algn="l">
              <a:defRPr sz="1875" b="1">
                <a:solidFill>
                  <a:srgbClr val="285BEB"/>
                </a:solidFill>
              </a:defRPr>
            </a:lvl4pPr>
            <a:lvl5pPr algn="l">
              <a:defRPr sz="1875" b="1">
                <a:solidFill>
                  <a:srgbClr val="285BEB"/>
                </a:solidFill>
              </a:defRPr>
            </a:lvl5pPr>
            <a:lvl6pPr algn="l">
              <a:defRPr sz="1875" b="1">
                <a:solidFill>
                  <a:srgbClr val="285BEB"/>
                </a:solidFill>
              </a:defRPr>
            </a:lvl6pPr>
            <a:lvl7pPr algn="l">
              <a:defRPr sz="1875" b="1">
                <a:solidFill>
                  <a:srgbClr val="285BEB"/>
                </a:solidFill>
              </a:defRPr>
            </a:lvl7pPr>
            <a:lvl8pPr algn="l">
              <a:defRPr sz="1875" b="1">
                <a:solidFill>
                  <a:srgbClr val="285BEB"/>
                </a:solidFill>
              </a:defRPr>
            </a:lvl8pPr>
            <a:lvl9pPr algn="l">
              <a:defRPr sz="18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85BEB"/>
                </a:solidFill>
              </a:defRPr>
            </a:pPr>
            <a:r>
              <a:rPr sz="1875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B15461-0FF5-4678-88DE-EDB2FFAB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4B9C38-F9E9-49F0-BC98-02CB8EC8D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6202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ИССЛЕДОВАНИЕ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CFF947-240B-4DFE-90DA-24507425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858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8243C"/>
                </a:solidFill>
              </a:defRPr>
            </a:defPPr>
            <a:lvl1pPr algn="l">
              <a:defRPr sz="2850" b="1">
                <a:solidFill>
                  <a:srgbClr val="18243C"/>
                </a:solidFill>
              </a:defRPr>
            </a:lvl1pPr>
            <a:lvl2pPr algn="l">
              <a:defRPr sz="2850" b="1">
                <a:solidFill>
                  <a:srgbClr val="18243C"/>
                </a:solidFill>
              </a:defRPr>
            </a:lvl2pPr>
            <a:lvl3pPr algn="l">
              <a:defRPr sz="2850" b="1">
                <a:solidFill>
                  <a:srgbClr val="18243C"/>
                </a:solidFill>
              </a:defRPr>
            </a:lvl3pPr>
            <a:lvl4pPr algn="l">
              <a:defRPr sz="2850" b="1">
                <a:solidFill>
                  <a:srgbClr val="18243C"/>
                </a:solidFill>
              </a:defRPr>
            </a:lvl4pPr>
            <a:lvl5pPr algn="l">
              <a:defRPr sz="2850" b="1">
                <a:solidFill>
                  <a:srgbClr val="18243C"/>
                </a:solidFill>
              </a:defRPr>
            </a:lvl5pPr>
            <a:lvl6pPr algn="l">
              <a:defRPr sz="2850" b="1">
                <a:solidFill>
                  <a:srgbClr val="18243C"/>
                </a:solidFill>
              </a:defRPr>
            </a:lvl6pPr>
            <a:lvl7pPr algn="l">
              <a:defRPr sz="2850" b="1">
                <a:solidFill>
                  <a:srgbClr val="18243C"/>
                </a:solidFill>
              </a:defRPr>
            </a:lvl7pPr>
            <a:lvl8pPr algn="l">
              <a:defRPr sz="2850" b="1">
                <a:solidFill>
                  <a:srgbClr val="18243C"/>
                </a:solidFill>
              </a:defRPr>
            </a:lvl8pPr>
            <a:lvl9pPr algn="l"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Проверка удобства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58E600-59D6-4FA6-B2AC-74167B367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DD1972-81C4-4515-A441-FD0E2DC34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0">
                <a:solidFill>
                  <a:srgbClr val="738096"/>
                </a:solidFill>
              </a:defRPr>
            </a:defPPr>
            <a:lvl1pPr algn="r">
              <a:defRPr sz="1050" b="0">
                <a:solidFill>
                  <a:srgbClr val="738096"/>
                </a:solidFill>
              </a:defRPr>
            </a:lvl1pPr>
            <a:lvl2pPr algn="r">
              <a:defRPr sz="1050" b="0">
                <a:solidFill>
                  <a:srgbClr val="738096"/>
                </a:solidFill>
              </a:defRPr>
            </a:lvl2pPr>
            <a:lvl3pPr algn="r">
              <a:defRPr sz="1050" b="0">
                <a:solidFill>
                  <a:srgbClr val="738096"/>
                </a:solidFill>
              </a:defRPr>
            </a:lvl3pPr>
            <a:lvl4pPr algn="r">
              <a:defRPr sz="1050" b="0">
                <a:solidFill>
                  <a:srgbClr val="738096"/>
                </a:solidFill>
              </a:defRPr>
            </a:lvl4pPr>
            <a:lvl5pPr algn="r">
              <a:defRPr sz="1050" b="0">
                <a:solidFill>
                  <a:srgbClr val="738096"/>
                </a:solidFill>
              </a:defRPr>
            </a:lvl5pPr>
            <a:lvl6pPr algn="r">
              <a:defRPr sz="1050" b="0">
                <a:solidFill>
                  <a:srgbClr val="738096"/>
                </a:solidFill>
              </a:defRPr>
            </a:lvl6pPr>
            <a:lvl7pPr algn="r">
              <a:defRPr sz="1050" b="0">
                <a:solidFill>
                  <a:srgbClr val="738096"/>
                </a:solidFill>
              </a:defRPr>
            </a:lvl7pPr>
            <a:lvl8pPr algn="r">
              <a:defRPr sz="1050" b="0">
                <a:solidFill>
                  <a:srgbClr val="738096"/>
                </a:solidFill>
              </a:defRPr>
            </a:lvl8pPr>
            <a:lvl9pPr algn="r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A53DAE-8806-4103-A022-D1C412F7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47900"/>
            <a:ext cx="4095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925" b="1">
                <a:solidFill>
                  <a:srgbClr val="285BEB"/>
                </a:solidFill>
              </a:defRPr>
            </a:defPPr>
            <a:lvl1pPr algn="l">
              <a:defRPr sz="2925" b="1">
                <a:solidFill>
                  <a:srgbClr val="285BEB"/>
                </a:solidFill>
              </a:defRPr>
            </a:lvl1pPr>
            <a:lvl2pPr algn="l">
              <a:defRPr sz="2925" b="1">
                <a:solidFill>
                  <a:srgbClr val="285BEB"/>
                </a:solidFill>
              </a:defRPr>
            </a:lvl2pPr>
            <a:lvl3pPr algn="l">
              <a:defRPr sz="2925" b="1">
                <a:solidFill>
                  <a:srgbClr val="285BEB"/>
                </a:solidFill>
              </a:defRPr>
            </a:lvl3pPr>
            <a:lvl4pPr algn="l">
              <a:defRPr sz="2925" b="1">
                <a:solidFill>
                  <a:srgbClr val="285BEB"/>
                </a:solidFill>
              </a:defRPr>
            </a:lvl4pPr>
            <a:lvl5pPr algn="l">
              <a:defRPr sz="2925" b="1">
                <a:solidFill>
                  <a:srgbClr val="285BEB"/>
                </a:solidFill>
              </a:defRPr>
            </a:lvl5pPr>
            <a:lvl6pPr algn="l">
              <a:defRPr sz="2925" b="1">
                <a:solidFill>
                  <a:srgbClr val="285BEB"/>
                </a:solidFill>
              </a:defRPr>
            </a:lvl6pPr>
            <a:lvl7pPr algn="l">
              <a:defRPr sz="2925" b="1">
                <a:solidFill>
                  <a:srgbClr val="285BEB"/>
                </a:solidFill>
              </a:defRPr>
            </a:lvl7pPr>
            <a:lvl8pPr algn="l">
              <a:defRPr sz="2925" b="1">
                <a:solidFill>
                  <a:srgbClr val="285BEB"/>
                </a:solidFill>
              </a:defRPr>
            </a:lvl8pPr>
            <a:lvl9pPr algn="l">
              <a:defRPr sz="29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285BEB"/>
                </a:solidFill>
              </a:defRPr>
            </a:pPr>
            <a:r>
              <a:rPr sz="2925" b="1">
                <a:solidFill>
                  <a:srgbClr val="285BEB"/>
                </a:solidFill>
              </a:rPr>
              <a:t>2 участника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3C6F1F-22CE-436F-BCA7-5914A791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14650"/>
            <a:ext cx="4667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18243C"/>
                </a:solidFill>
              </a:defRPr>
            </a:defPPr>
            <a:lvl1pPr algn="l">
              <a:defRPr sz="1725" b="0">
                <a:solidFill>
                  <a:srgbClr val="18243C"/>
                </a:solidFill>
              </a:defRPr>
            </a:lvl1pPr>
            <a:lvl2pPr algn="l">
              <a:defRPr sz="1725" b="0">
                <a:solidFill>
                  <a:srgbClr val="18243C"/>
                </a:solidFill>
              </a:defRPr>
            </a:lvl2pPr>
            <a:lvl3pPr algn="l">
              <a:defRPr sz="1725" b="0">
                <a:solidFill>
                  <a:srgbClr val="18243C"/>
                </a:solidFill>
              </a:defRPr>
            </a:lvl3pPr>
            <a:lvl4pPr algn="l">
              <a:defRPr sz="1725" b="0">
                <a:solidFill>
                  <a:srgbClr val="18243C"/>
                </a:solidFill>
              </a:defRPr>
            </a:lvl4pPr>
            <a:lvl5pPr algn="l">
              <a:defRPr sz="1725" b="0">
                <a:solidFill>
                  <a:srgbClr val="18243C"/>
                </a:solidFill>
              </a:defRPr>
            </a:lvl5pPr>
            <a:lvl6pPr algn="l">
              <a:defRPr sz="1725" b="0">
                <a:solidFill>
                  <a:srgbClr val="18243C"/>
                </a:solidFill>
              </a:defRPr>
            </a:lvl6pPr>
            <a:lvl7pPr algn="l">
              <a:defRPr sz="1725" b="0">
                <a:solidFill>
                  <a:srgbClr val="18243C"/>
                </a:solidFill>
              </a:defRPr>
            </a:lvl7pPr>
            <a:lvl8pPr algn="l">
              <a:defRPr sz="1725" b="0">
                <a:solidFill>
                  <a:srgbClr val="18243C"/>
                </a:solidFill>
              </a:defRPr>
            </a:lvl8pPr>
            <a:lvl9pPr algn="l"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Свободное изучение прототипа без заданий и измерения времени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20D3B5-1328-42D1-AD9F-A23E8C47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171700"/>
            <a:ext cx="19050" cy="3267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BFDB71-99B2-453E-B7AC-4B718CF87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90750"/>
            <a:ext cx="466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18243C"/>
                </a:solidFill>
              </a:defRPr>
            </a:defPPr>
            <a:lvl1pPr algn="l">
              <a:defRPr sz="1800" b="1">
                <a:solidFill>
                  <a:srgbClr val="18243C"/>
                </a:solidFill>
              </a:defRPr>
            </a:lvl1pPr>
            <a:lvl2pPr algn="l">
              <a:defRPr sz="1800" b="1">
                <a:solidFill>
                  <a:srgbClr val="18243C"/>
                </a:solidFill>
              </a:defRPr>
            </a:lvl2pPr>
            <a:lvl3pPr algn="l">
              <a:defRPr sz="1800" b="1">
                <a:solidFill>
                  <a:srgbClr val="18243C"/>
                </a:solidFill>
              </a:defRPr>
            </a:lvl3pPr>
            <a:lvl4pPr algn="l">
              <a:defRPr sz="1800" b="1">
                <a:solidFill>
                  <a:srgbClr val="18243C"/>
                </a:solidFill>
              </a:defRPr>
            </a:lvl4pPr>
            <a:lvl5pPr algn="l">
              <a:defRPr sz="1800" b="1">
                <a:solidFill>
                  <a:srgbClr val="18243C"/>
                </a:solidFill>
              </a:defRPr>
            </a:lvl5pPr>
            <a:lvl6pPr algn="l">
              <a:defRPr sz="1800" b="1">
                <a:solidFill>
                  <a:srgbClr val="18243C"/>
                </a:solidFill>
              </a:defRPr>
            </a:lvl6pPr>
            <a:lvl7pPr algn="l">
              <a:defRPr sz="1800" b="1">
                <a:solidFill>
                  <a:srgbClr val="18243C"/>
                </a:solidFill>
              </a:defRPr>
            </a:lvl7pPr>
            <a:lvl8pPr algn="l">
              <a:defRPr sz="1800" b="1">
                <a:solidFill>
                  <a:srgbClr val="18243C"/>
                </a:solidFill>
              </a:defRPr>
            </a:lvl8pPr>
            <a:lvl9pPr algn="l">
              <a:defRPr sz="18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243C"/>
                </a:solidFill>
              </a:defRPr>
            </a:pPr>
            <a:r>
              <a:rPr sz="1800" b="1">
                <a:solidFill>
                  <a:srgbClr val="18243C"/>
                </a:solidFill>
              </a:rPr>
              <a:t>Более опытный участник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BEC050-EC22-4BB5-BC45-950F17FB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7652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18243C"/>
                </a:solidFill>
              </a:defRPr>
            </a:defPPr>
            <a:lvl1pPr algn="l">
              <a:defRPr sz="1575" b="0">
                <a:solidFill>
                  <a:srgbClr val="18243C"/>
                </a:solidFill>
              </a:defRPr>
            </a:lvl1pPr>
            <a:lvl2pPr algn="l">
              <a:defRPr sz="1575" b="0">
                <a:solidFill>
                  <a:srgbClr val="18243C"/>
                </a:solidFill>
              </a:defRPr>
            </a:lvl2pPr>
            <a:lvl3pPr algn="l">
              <a:defRPr sz="1575" b="0">
                <a:solidFill>
                  <a:srgbClr val="18243C"/>
                </a:solidFill>
              </a:defRPr>
            </a:lvl3pPr>
            <a:lvl4pPr algn="l">
              <a:defRPr sz="1575" b="0">
                <a:solidFill>
                  <a:srgbClr val="18243C"/>
                </a:solidFill>
              </a:defRPr>
            </a:lvl4pPr>
            <a:lvl5pPr algn="l">
              <a:defRPr sz="1575" b="0">
                <a:solidFill>
                  <a:srgbClr val="18243C"/>
                </a:solidFill>
              </a:defRPr>
            </a:lvl5pPr>
            <a:lvl6pPr algn="l">
              <a:defRPr sz="1575" b="0">
                <a:solidFill>
                  <a:srgbClr val="18243C"/>
                </a:solidFill>
              </a:defRPr>
            </a:lvl6pPr>
            <a:lvl7pPr algn="l">
              <a:defRPr sz="1575" b="0">
                <a:solidFill>
                  <a:srgbClr val="18243C"/>
                </a:solidFill>
              </a:defRPr>
            </a:lvl7pPr>
            <a:lvl8pPr algn="l">
              <a:defRPr sz="1575" b="0">
                <a:solidFill>
                  <a:srgbClr val="18243C"/>
                </a:solidFill>
              </a:defRPr>
            </a:lvl8pPr>
            <a:lvl9pPr algn="l">
              <a:defRPr sz="157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8243C"/>
                </a:solidFill>
              </a:defRPr>
            </a:pPr>
            <a:r>
              <a:rPr sz="1575" b="0">
                <a:solidFill>
                  <a:srgbClr val="18243C"/>
                </a:solidFill>
              </a:rPr>
              <a:t>Исследовал элементы и примерно понял назначение платформы.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2DDCBB-ED06-42C8-9201-8D89D484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676650"/>
            <a:ext cx="466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18243C"/>
                </a:solidFill>
              </a:defRPr>
            </a:defPPr>
            <a:lvl1pPr algn="l">
              <a:defRPr sz="1800" b="1">
                <a:solidFill>
                  <a:srgbClr val="18243C"/>
                </a:solidFill>
              </a:defRPr>
            </a:lvl1pPr>
            <a:lvl2pPr algn="l">
              <a:defRPr sz="1800" b="1">
                <a:solidFill>
                  <a:srgbClr val="18243C"/>
                </a:solidFill>
              </a:defRPr>
            </a:lvl2pPr>
            <a:lvl3pPr algn="l">
              <a:defRPr sz="1800" b="1">
                <a:solidFill>
                  <a:srgbClr val="18243C"/>
                </a:solidFill>
              </a:defRPr>
            </a:lvl3pPr>
            <a:lvl4pPr algn="l">
              <a:defRPr sz="1800" b="1">
                <a:solidFill>
                  <a:srgbClr val="18243C"/>
                </a:solidFill>
              </a:defRPr>
            </a:lvl4pPr>
            <a:lvl5pPr algn="l">
              <a:defRPr sz="1800" b="1">
                <a:solidFill>
                  <a:srgbClr val="18243C"/>
                </a:solidFill>
              </a:defRPr>
            </a:lvl5pPr>
            <a:lvl6pPr algn="l">
              <a:defRPr sz="1800" b="1">
                <a:solidFill>
                  <a:srgbClr val="18243C"/>
                </a:solidFill>
              </a:defRPr>
            </a:lvl6pPr>
            <a:lvl7pPr algn="l">
              <a:defRPr sz="1800" b="1">
                <a:solidFill>
                  <a:srgbClr val="18243C"/>
                </a:solidFill>
              </a:defRPr>
            </a:lvl7pPr>
            <a:lvl8pPr algn="l">
              <a:defRPr sz="1800" b="1">
                <a:solidFill>
                  <a:srgbClr val="18243C"/>
                </a:solidFill>
              </a:defRPr>
            </a:lvl8pPr>
            <a:lvl9pPr algn="l">
              <a:defRPr sz="18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243C"/>
                </a:solidFill>
              </a:defRPr>
            </a:pPr>
            <a:r>
              <a:rPr sz="1800" b="1">
                <a:solidFill>
                  <a:srgbClr val="18243C"/>
                </a:solidFill>
              </a:rPr>
              <a:t>Менее опытный участник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CB4B5B-286B-49F4-AFE3-479888A1C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62425"/>
            <a:ext cx="4667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18243C"/>
                </a:solidFill>
              </a:defRPr>
            </a:defPPr>
            <a:lvl1pPr algn="l">
              <a:defRPr sz="1575" b="0">
                <a:solidFill>
                  <a:srgbClr val="18243C"/>
                </a:solidFill>
              </a:defRPr>
            </a:lvl1pPr>
            <a:lvl2pPr algn="l">
              <a:defRPr sz="1575" b="0">
                <a:solidFill>
                  <a:srgbClr val="18243C"/>
                </a:solidFill>
              </a:defRPr>
            </a:lvl2pPr>
            <a:lvl3pPr algn="l">
              <a:defRPr sz="1575" b="0">
                <a:solidFill>
                  <a:srgbClr val="18243C"/>
                </a:solidFill>
              </a:defRPr>
            </a:lvl3pPr>
            <a:lvl4pPr algn="l">
              <a:defRPr sz="1575" b="0">
                <a:solidFill>
                  <a:srgbClr val="18243C"/>
                </a:solidFill>
              </a:defRPr>
            </a:lvl4pPr>
            <a:lvl5pPr algn="l">
              <a:defRPr sz="1575" b="0">
                <a:solidFill>
                  <a:srgbClr val="18243C"/>
                </a:solidFill>
              </a:defRPr>
            </a:lvl5pPr>
            <a:lvl6pPr algn="l">
              <a:defRPr sz="1575" b="0">
                <a:solidFill>
                  <a:srgbClr val="18243C"/>
                </a:solidFill>
              </a:defRPr>
            </a:lvl6pPr>
            <a:lvl7pPr algn="l">
              <a:defRPr sz="1575" b="0">
                <a:solidFill>
                  <a:srgbClr val="18243C"/>
                </a:solidFill>
              </a:defRPr>
            </a:lvl7pPr>
            <a:lvl8pPr algn="l">
              <a:defRPr sz="1575" b="0">
                <a:solidFill>
                  <a:srgbClr val="18243C"/>
                </a:solidFill>
              </a:defRPr>
            </a:lvl8pPr>
            <a:lvl9pPr algn="l">
              <a:defRPr sz="157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8243C"/>
                </a:solidFill>
              </a:defRPr>
            </a:pPr>
            <a:r>
              <a:rPr sz="1575" b="0">
                <a:solidFill>
                  <a:srgbClr val="18243C"/>
                </a:solidFill>
              </a:rPr>
              <a:t>Открывал заметные разделы, но не нажал на профиль и смену темы.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9EF4AE-BBC9-4B88-9882-730304BC1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285BEB"/>
                </a:solidFill>
              </a:defRPr>
            </a:defPPr>
            <a:lvl1pPr algn="l">
              <a:defRPr sz="1500" b="1">
                <a:solidFill>
                  <a:srgbClr val="285BEB"/>
                </a:solidFill>
              </a:defRPr>
            </a:lvl1pPr>
            <a:lvl2pPr algn="l">
              <a:defRPr sz="1500" b="1">
                <a:solidFill>
                  <a:srgbClr val="285BEB"/>
                </a:solidFill>
              </a:defRPr>
            </a:lvl2pPr>
            <a:lvl3pPr algn="l">
              <a:defRPr sz="1500" b="1">
                <a:solidFill>
                  <a:srgbClr val="285BEB"/>
                </a:solidFill>
              </a:defRPr>
            </a:lvl3pPr>
            <a:lvl4pPr algn="l">
              <a:defRPr sz="1500" b="1">
                <a:solidFill>
                  <a:srgbClr val="285BEB"/>
                </a:solidFill>
              </a:defRPr>
            </a:lvl4pPr>
            <a:lvl5pPr algn="l">
              <a:defRPr sz="1500" b="1">
                <a:solidFill>
                  <a:srgbClr val="285BEB"/>
                </a:solidFill>
              </a:defRPr>
            </a:lvl5pPr>
            <a:lvl6pPr algn="l">
              <a:defRPr sz="1500" b="1">
                <a:solidFill>
                  <a:srgbClr val="285BEB"/>
                </a:solidFill>
              </a:defRPr>
            </a:lvl6pPr>
            <a:lvl7pPr algn="l">
              <a:defRPr sz="1500" b="1">
                <a:solidFill>
                  <a:srgbClr val="285BEB"/>
                </a:solidFill>
              </a:defRPr>
            </a:lvl7pPr>
            <a:lvl8pPr algn="l">
              <a:defRPr sz="1500" b="1">
                <a:solidFill>
                  <a:srgbClr val="285BEB"/>
                </a:solidFill>
              </a:defRPr>
            </a:lvl8pPr>
            <a:lvl9pPr algn="l">
              <a:defRPr sz="150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85BEB"/>
                </a:solidFill>
              </a:defRPr>
            </a:pPr>
            <a:r>
              <a:rPr sz="1500" b="1">
                <a:solidFill>
                  <a:srgbClr val="285BEB"/>
                </a:solidFill>
              </a:rPr>
              <a:t>Следующая проверка: задачи «найти подписку» и «сменить тему» без подсказки расположения кнопок.</a:t>
            </a:r>
          </a:p>
        </p:txBody>
      </p:sp>
    </p:spTree>
    <p:extLst>
      <p:ext uri="{BB962C8B-B14F-4D97-AF65-F5344CB8AC3E}">
        <p14:creationId xmlns:p14="http://schemas.microsoft.com/office/powerpoint/2010/main" val="94204909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D0A805-3751-4719-8C0D-A67D3D5A5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72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18243C"/>
                </a:solidFill>
              </a:defRPr>
            </a:defPPr>
            <a:lvl1pPr algn="l">
              <a:defRPr sz="1875" b="1">
                <a:solidFill>
                  <a:srgbClr val="18243C"/>
                </a:solidFill>
              </a:defRPr>
            </a:lvl1pPr>
            <a:lvl2pPr algn="l">
              <a:defRPr sz="1875" b="1">
                <a:solidFill>
                  <a:srgbClr val="18243C"/>
                </a:solidFill>
              </a:defRPr>
            </a:lvl2pPr>
            <a:lvl3pPr algn="l">
              <a:defRPr sz="1875" b="1">
                <a:solidFill>
                  <a:srgbClr val="18243C"/>
                </a:solidFill>
              </a:defRPr>
            </a:lvl3pPr>
            <a:lvl4pPr algn="l">
              <a:defRPr sz="1875" b="1">
                <a:solidFill>
                  <a:srgbClr val="18243C"/>
                </a:solidFill>
              </a:defRPr>
            </a:lvl4pPr>
            <a:lvl5pPr algn="l">
              <a:defRPr sz="1875" b="1">
                <a:solidFill>
                  <a:srgbClr val="18243C"/>
                </a:solidFill>
              </a:defRPr>
            </a:lvl5pPr>
            <a:lvl6pPr algn="l">
              <a:defRPr sz="1875" b="1">
                <a:solidFill>
                  <a:srgbClr val="18243C"/>
                </a:solidFill>
              </a:defRPr>
            </a:lvl6pPr>
            <a:lvl7pPr algn="l">
              <a:defRPr sz="1875" b="1">
                <a:solidFill>
                  <a:srgbClr val="18243C"/>
                </a:solidFill>
              </a:defRPr>
            </a:lvl7pPr>
            <a:lvl8pPr algn="l">
              <a:defRPr sz="1875" b="1">
                <a:solidFill>
                  <a:srgbClr val="18243C"/>
                </a:solidFill>
              </a:defRPr>
            </a:lvl8pPr>
            <a:lvl9pPr algn="l">
              <a:defRPr sz="18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8243C"/>
                </a:solidFill>
              </a:defRPr>
            </a:pPr>
            <a:r>
              <a:rPr sz="1875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977592-4417-42F5-8FB2-07CF1D64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85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285BEB"/>
                </a:solidFill>
              </a:defRPr>
            </a:defPPr>
            <a:lvl1pPr algn="l">
              <a:defRPr sz="1875" b="1">
                <a:solidFill>
                  <a:srgbClr val="285BEB"/>
                </a:solidFill>
              </a:defRPr>
            </a:lvl1pPr>
            <a:lvl2pPr algn="l">
              <a:defRPr sz="1875" b="1">
                <a:solidFill>
                  <a:srgbClr val="285BEB"/>
                </a:solidFill>
              </a:defRPr>
            </a:lvl2pPr>
            <a:lvl3pPr algn="l">
              <a:defRPr sz="1875" b="1">
                <a:solidFill>
                  <a:srgbClr val="285BEB"/>
                </a:solidFill>
              </a:defRPr>
            </a:lvl3pPr>
            <a:lvl4pPr algn="l">
              <a:defRPr sz="1875" b="1">
                <a:solidFill>
                  <a:srgbClr val="285BEB"/>
                </a:solidFill>
              </a:defRPr>
            </a:lvl4pPr>
            <a:lvl5pPr algn="l">
              <a:defRPr sz="1875" b="1">
                <a:solidFill>
                  <a:srgbClr val="285BEB"/>
                </a:solidFill>
              </a:defRPr>
            </a:lvl5pPr>
            <a:lvl6pPr algn="l">
              <a:defRPr sz="1875" b="1">
                <a:solidFill>
                  <a:srgbClr val="285BEB"/>
                </a:solidFill>
              </a:defRPr>
            </a:lvl6pPr>
            <a:lvl7pPr algn="l">
              <a:defRPr sz="1875" b="1">
                <a:solidFill>
                  <a:srgbClr val="285BEB"/>
                </a:solidFill>
              </a:defRPr>
            </a:lvl7pPr>
            <a:lvl8pPr algn="l">
              <a:defRPr sz="1875" b="1">
                <a:solidFill>
                  <a:srgbClr val="285BEB"/>
                </a:solidFill>
              </a:defRPr>
            </a:lvl8pPr>
            <a:lvl9pPr algn="l">
              <a:defRPr sz="18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85BEB"/>
                </a:solidFill>
              </a:defRPr>
            </a:pPr>
            <a:r>
              <a:rPr sz="1875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B093BF-298E-4908-AA46-7A03F250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A27FB9-9750-4BD2-8F90-65908417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6202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85BEB"/>
                </a:solidFill>
              </a:defRPr>
            </a:defPPr>
            <a:lvl1pPr algn="l">
              <a:defRPr sz="975" b="1">
                <a:solidFill>
                  <a:srgbClr val="285BEB"/>
                </a:solidFill>
              </a:defRPr>
            </a:lvl1pPr>
            <a:lvl2pPr algn="l">
              <a:defRPr sz="975" b="1">
                <a:solidFill>
                  <a:srgbClr val="285BEB"/>
                </a:solidFill>
              </a:defRPr>
            </a:lvl2pPr>
            <a:lvl3pPr algn="l">
              <a:defRPr sz="975" b="1">
                <a:solidFill>
                  <a:srgbClr val="285BEB"/>
                </a:solidFill>
              </a:defRPr>
            </a:lvl3pPr>
            <a:lvl4pPr algn="l">
              <a:defRPr sz="975" b="1">
                <a:solidFill>
                  <a:srgbClr val="285BEB"/>
                </a:solidFill>
              </a:defRPr>
            </a:lvl4pPr>
            <a:lvl5pPr algn="l">
              <a:defRPr sz="975" b="1">
                <a:solidFill>
                  <a:srgbClr val="285BEB"/>
                </a:solidFill>
              </a:defRPr>
            </a:lvl5pPr>
            <a:lvl6pPr algn="l">
              <a:defRPr sz="975" b="1">
                <a:solidFill>
                  <a:srgbClr val="285BEB"/>
                </a:solidFill>
              </a:defRPr>
            </a:lvl6pPr>
            <a:lvl7pPr algn="l">
              <a:defRPr sz="975" b="1">
                <a:solidFill>
                  <a:srgbClr val="285BEB"/>
                </a:solidFill>
              </a:defRPr>
            </a:lvl7pPr>
            <a:lvl8pPr algn="l">
              <a:defRPr sz="975" b="1">
                <a:solidFill>
                  <a:srgbClr val="285BEB"/>
                </a:solidFill>
              </a:defRPr>
            </a:lvl8pPr>
            <a:lvl9pPr algn="l">
              <a:defRPr sz="9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85BEB"/>
                </a:solidFill>
              </a:defRPr>
            </a:pPr>
            <a:r>
              <a:rPr sz="975" b="1">
                <a:solidFill>
                  <a:srgbClr val="285BEB"/>
                </a:solidFill>
              </a:rPr>
              <a:t>КОМАНДА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788889-3D33-475E-96DE-4B0F1D378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858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8243C"/>
                </a:solidFill>
              </a:defRPr>
            </a:defPPr>
            <a:lvl1pPr algn="l">
              <a:defRPr sz="2850" b="1">
                <a:solidFill>
                  <a:srgbClr val="18243C"/>
                </a:solidFill>
              </a:defRPr>
            </a:lvl1pPr>
            <a:lvl2pPr algn="l">
              <a:defRPr sz="2850" b="1">
                <a:solidFill>
                  <a:srgbClr val="18243C"/>
                </a:solidFill>
              </a:defRPr>
            </a:lvl2pPr>
            <a:lvl3pPr algn="l">
              <a:defRPr sz="2850" b="1">
                <a:solidFill>
                  <a:srgbClr val="18243C"/>
                </a:solidFill>
              </a:defRPr>
            </a:lvl3pPr>
            <a:lvl4pPr algn="l">
              <a:defRPr sz="2850" b="1">
                <a:solidFill>
                  <a:srgbClr val="18243C"/>
                </a:solidFill>
              </a:defRPr>
            </a:lvl4pPr>
            <a:lvl5pPr algn="l">
              <a:defRPr sz="2850" b="1">
                <a:solidFill>
                  <a:srgbClr val="18243C"/>
                </a:solidFill>
              </a:defRPr>
            </a:lvl5pPr>
            <a:lvl6pPr algn="l">
              <a:defRPr sz="2850" b="1">
                <a:solidFill>
                  <a:srgbClr val="18243C"/>
                </a:solidFill>
              </a:defRPr>
            </a:lvl6pPr>
            <a:lvl7pPr algn="l">
              <a:defRPr sz="2850" b="1">
                <a:solidFill>
                  <a:srgbClr val="18243C"/>
                </a:solidFill>
              </a:defRPr>
            </a:lvl7pPr>
            <a:lvl8pPr algn="l">
              <a:defRPr sz="2850" b="1">
                <a:solidFill>
                  <a:srgbClr val="18243C"/>
                </a:solidFill>
              </a:defRPr>
            </a:lvl8pPr>
            <a:lvl9pPr algn="l"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Вклад участников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1C5B45-1213-4574-8D37-49DDB773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CC18CD-57E3-49B5-AB3C-6F8F723D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0">
                <a:solidFill>
                  <a:srgbClr val="738096"/>
                </a:solidFill>
              </a:defRPr>
            </a:defPPr>
            <a:lvl1pPr algn="r">
              <a:defRPr sz="1050" b="0">
                <a:solidFill>
                  <a:srgbClr val="738096"/>
                </a:solidFill>
              </a:defRPr>
            </a:lvl1pPr>
            <a:lvl2pPr algn="r">
              <a:defRPr sz="1050" b="0">
                <a:solidFill>
                  <a:srgbClr val="738096"/>
                </a:solidFill>
              </a:defRPr>
            </a:lvl2pPr>
            <a:lvl3pPr algn="r">
              <a:defRPr sz="1050" b="0">
                <a:solidFill>
                  <a:srgbClr val="738096"/>
                </a:solidFill>
              </a:defRPr>
            </a:lvl3pPr>
            <a:lvl4pPr algn="r">
              <a:defRPr sz="1050" b="0">
                <a:solidFill>
                  <a:srgbClr val="738096"/>
                </a:solidFill>
              </a:defRPr>
            </a:lvl4pPr>
            <a:lvl5pPr algn="r">
              <a:defRPr sz="1050" b="0">
                <a:solidFill>
                  <a:srgbClr val="738096"/>
                </a:solidFill>
              </a:defRPr>
            </a:lvl5pPr>
            <a:lvl6pPr algn="r">
              <a:defRPr sz="1050" b="0">
                <a:solidFill>
                  <a:srgbClr val="738096"/>
                </a:solidFill>
              </a:defRPr>
            </a:lvl6pPr>
            <a:lvl7pPr algn="r">
              <a:defRPr sz="1050" b="0">
                <a:solidFill>
                  <a:srgbClr val="738096"/>
                </a:solidFill>
              </a:defRPr>
            </a:lvl7pPr>
            <a:lvl8pPr algn="r">
              <a:defRPr sz="1050" b="0">
                <a:solidFill>
                  <a:srgbClr val="738096"/>
                </a:solidFill>
              </a:defRPr>
            </a:lvl8pPr>
            <a:lvl9pPr algn="r">
              <a:defRPr sz="105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38096"/>
                </a:solidFill>
              </a:defRPr>
            </a:pPr>
            <a:r>
              <a:rPr sz="1050" b="0">
                <a:solidFill>
                  <a:srgbClr val="738096"/>
                </a:solidFill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42399C-DAD8-415F-A998-DD0F1613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38375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1">
                <a:solidFill>
                  <a:srgbClr val="285BEB"/>
                </a:solidFill>
              </a:defRPr>
            </a:defPPr>
            <a:lvl1pPr algn="l">
              <a:defRPr sz="2025" b="1">
                <a:solidFill>
                  <a:srgbClr val="285BEB"/>
                </a:solidFill>
              </a:defRPr>
            </a:lvl1pPr>
            <a:lvl2pPr algn="l">
              <a:defRPr sz="2025" b="1">
                <a:solidFill>
                  <a:srgbClr val="285BEB"/>
                </a:solidFill>
              </a:defRPr>
            </a:lvl2pPr>
            <a:lvl3pPr algn="l">
              <a:defRPr sz="2025" b="1">
                <a:solidFill>
                  <a:srgbClr val="285BEB"/>
                </a:solidFill>
              </a:defRPr>
            </a:lvl3pPr>
            <a:lvl4pPr algn="l">
              <a:defRPr sz="2025" b="1">
                <a:solidFill>
                  <a:srgbClr val="285BEB"/>
                </a:solidFill>
              </a:defRPr>
            </a:lvl4pPr>
            <a:lvl5pPr algn="l">
              <a:defRPr sz="2025" b="1">
                <a:solidFill>
                  <a:srgbClr val="285BEB"/>
                </a:solidFill>
              </a:defRPr>
            </a:lvl5pPr>
            <a:lvl6pPr algn="l">
              <a:defRPr sz="2025" b="1">
                <a:solidFill>
                  <a:srgbClr val="285BEB"/>
                </a:solidFill>
              </a:defRPr>
            </a:lvl6pPr>
            <a:lvl7pPr algn="l">
              <a:defRPr sz="2025" b="1">
                <a:solidFill>
                  <a:srgbClr val="285BEB"/>
                </a:solidFill>
              </a:defRPr>
            </a:lvl7pPr>
            <a:lvl8pPr algn="l">
              <a:defRPr sz="2025" b="1">
                <a:solidFill>
                  <a:srgbClr val="285BEB"/>
                </a:solidFill>
              </a:defRPr>
            </a:lvl8pPr>
            <a:lvl9pPr algn="l"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Олег Яковлев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09D369-4327-4CCC-9154-CC793AB5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71775"/>
            <a:ext cx="46672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18243C"/>
                </a:solidFill>
              </a:defRPr>
            </a:defPPr>
            <a:lvl1pPr algn="l">
              <a:defRPr sz="1725" b="0">
                <a:solidFill>
                  <a:srgbClr val="18243C"/>
                </a:solidFill>
              </a:defRPr>
            </a:lvl1pPr>
            <a:lvl2pPr algn="l">
              <a:defRPr sz="1725" b="0">
                <a:solidFill>
                  <a:srgbClr val="18243C"/>
                </a:solidFill>
              </a:defRPr>
            </a:lvl2pPr>
            <a:lvl3pPr algn="l">
              <a:defRPr sz="1725" b="0">
                <a:solidFill>
                  <a:srgbClr val="18243C"/>
                </a:solidFill>
              </a:defRPr>
            </a:lvl3pPr>
            <a:lvl4pPr algn="l">
              <a:defRPr sz="1725" b="0">
                <a:solidFill>
                  <a:srgbClr val="18243C"/>
                </a:solidFill>
              </a:defRPr>
            </a:lvl4pPr>
            <a:lvl5pPr algn="l">
              <a:defRPr sz="1725" b="0">
                <a:solidFill>
                  <a:srgbClr val="18243C"/>
                </a:solidFill>
              </a:defRPr>
            </a:lvl5pPr>
            <a:lvl6pPr algn="l">
              <a:defRPr sz="1725" b="0">
                <a:solidFill>
                  <a:srgbClr val="18243C"/>
                </a:solidFill>
              </a:defRPr>
            </a:lvl6pPr>
            <a:lvl7pPr algn="l">
              <a:defRPr sz="1725" b="0">
                <a:solidFill>
                  <a:srgbClr val="18243C"/>
                </a:solidFill>
              </a:defRPr>
            </a:lvl7pPr>
            <a:lvl8pPr algn="l">
              <a:defRPr sz="1725" b="0">
                <a:solidFill>
                  <a:srgbClr val="18243C"/>
                </a:solidFill>
              </a:defRPr>
            </a:lvl8pPr>
            <a:lvl9pPr algn="l"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Техническое задание. Основная работа над итоговым макетом Figma. Организация и проведение наблюдения за пользователями.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274528-BDDD-4B54-A692-9C80E0F4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219325"/>
            <a:ext cx="19050" cy="2619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78F9E-DFBE-4AC9-8B96-BD93C25E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238375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1">
                <a:solidFill>
                  <a:srgbClr val="285BEB"/>
                </a:solidFill>
              </a:defRPr>
            </a:defPPr>
            <a:lvl1pPr algn="l">
              <a:defRPr sz="2025" b="1">
                <a:solidFill>
                  <a:srgbClr val="285BEB"/>
                </a:solidFill>
              </a:defRPr>
            </a:lvl1pPr>
            <a:lvl2pPr algn="l">
              <a:defRPr sz="2025" b="1">
                <a:solidFill>
                  <a:srgbClr val="285BEB"/>
                </a:solidFill>
              </a:defRPr>
            </a:lvl2pPr>
            <a:lvl3pPr algn="l">
              <a:defRPr sz="2025" b="1">
                <a:solidFill>
                  <a:srgbClr val="285BEB"/>
                </a:solidFill>
              </a:defRPr>
            </a:lvl3pPr>
            <a:lvl4pPr algn="l">
              <a:defRPr sz="2025" b="1">
                <a:solidFill>
                  <a:srgbClr val="285BEB"/>
                </a:solidFill>
              </a:defRPr>
            </a:lvl4pPr>
            <a:lvl5pPr algn="l">
              <a:defRPr sz="2025" b="1">
                <a:solidFill>
                  <a:srgbClr val="285BEB"/>
                </a:solidFill>
              </a:defRPr>
            </a:lvl5pPr>
            <a:lvl6pPr algn="l">
              <a:defRPr sz="2025" b="1">
                <a:solidFill>
                  <a:srgbClr val="285BEB"/>
                </a:solidFill>
              </a:defRPr>
            </a:lvl6pPr>
            <a:lvl7pPr algn="l">
              <a:defRPr sz="2025" b="1">
                <a:solidFill>
                  <a:srgbClr val="285BEB"/>
                </a:solidFill>
              </a:defRPr>
            </a:lvl7pPr>
            <a:lvl8pPr algn="l">
              <a:defRPr sz="2025" b="1">
                <a:solidFill>
                  <a:srgbClr val="285BEB"/>
                </a:solidFill>
              </a:defRPr>
            </a:lvl8pPr>
            <a:lvl9pPr algn="l"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Семён Казанцев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46C56E-58DF-4DD0-87D2-25A41DA33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771775"/>
            <a:ext cx="46672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18243C"/>
                </a:solidFill>
              </a:defRPr>
            </a:defPPr>
            <a:lvl1pPr algn="l">
              <a:defRPr sz="1725" b="0">
                <a:solidFill>
                  <a:srgbClr val="18243C"/>
                </a:solidFill>
              </a:defRPr>
            </a:lvl1pPr>
            <a:lvl2pPr algn="l">
              <a:defRPr sz="1725" b="0">
                <a:solidFill>
                  <a:srgbClr val="18243C"/>
                </a:solidFill>
              </a:defRPr>
            </a:lvl2pPr>
            <a:lvl3pPr algn="l">
              <a:defRPr sz="1725" b="0">
                <a:solidFill>
                  <a:srgbClr val="18243C"/>
                </a:solidFill>
              </a:defRPr>
            </a:lvl3pPr>
            <a:lvl4pPr algn="l">
              <a:defRPr sz="1725" b="0">
                <a:solidFill>
                  <a:srgbClr val="18243C"/>
                </a:solidFill>
              </a:defRPr>
            </a:lvl4pPr>
            <a:lvl5pPr algn="l">
              <a:defRPr sz="1725" b="0">
                <a:solidFill>
                  <a:srgbClr val="18243C"/>
                </a:solidFill>
              </a:defRPr>
            </a:lvl5pPr>
            <a:lvl6pPr algn="l">
              <a:defRPr sz="1725" b="0">
                <a:solidFill>
                  <a:srgbClr val="18243C"/>
                </a:solidFill>
              </a:defRPr>
            </a:lvl6pPr>
            <a:lvl7pPr algn="l">
              <a:defRPr sz="1725" b="0">
                <a:solidFill>
                  <a:srgbClr val="18243C"/>
                </a:solidFill>
              </a:defRPr>
            </a:lvl7pPr>
            <a:lvl8pPr algn="l">
              <a:defRPr sz="1725" b="0">
                <a:solidFill>
                  <a:srgbClr val="18243C"/>
                </a:solidFill>
              </a:defRPr>
            </a:lvl8pPr>
            <a:lvl9pPr algn="l"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Пользовательские истории и портреты, UML, вайрфреймы. Участие в обсуждении и уточнении итогового дизайна.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F486A0-EA89-48E9-BD32-7D4FB9D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0542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285BEB"/>
                </a:solidFill>
              </a:defRPr>
            </a:defPPr>
            <a:lvl1pPr algn="l">
              <a:defRPr sz="1725" b="1">
                <a:solidFill>
                  <a:srgbClr val="285BEB"/>
                </a:solidFill>
              </a:defRPr>
            </a:lvl1pPr>
            <a:lvl2pPr algn="l">
              <a:defRPr sz="1725" b="1">
                <a:solidFill>
                  <a:srgbClr val="285BEB"/>
                </a:solidFill>
              </a:defRPr>
            </a:lvl2pPr>
            <a:lvl3pPr algn="l">
              <a:defRPr sz="1725" b="1">
                <a:solidFill>
                  <a:srgbClr val="285BEB"/>
                </a:solidFill>
              </a:defRPr>
            </a:lvl3pPr>
            <a:lvl4pPr algn="l">
              <a:defRPr sz="1725" b="1">
                <a:solidFill>
                  <a:srgbClr val="285BEB"/>
                </a:solidFill>
              </a:defRPr>
            </a:lvl4pPr>
            <a:lvl5pPr algn="l">
              <a:defRPr sz="1725" b="1">
                <a:solidFill>
                  <a:srgbClr val="285BEB"/>
                </a:solidFill>
              </a:defRPr>
            </a:lvl5pPr>
            <a:lvl6pPr algn="l">
              <a:defRPr sz="1725" b="1">
                <a:solidFill>
                  <a:srgbClr val="285BEB"/>
                </a:solidFill>
              </a:defRPr>
            </a:lvl6pPr>
            <a:lvl7pPr algn="l">
              <a:defRPr sz="1725" b="1">
                <a:solidFill>
                  <a:srgbClr val="285BEB"/>
                </a:solidFill>
              </a:defRPr>
            </a:lvl7pPr>
            <a:lvl8pPr algn="l">
              <a:defRPr sz="1725" b="1">
                <a:solidFill>
                  <a:srgbClr val="285BEB"/>
                </a:solidFill>
              </a:defRPr>
            </a:lvl8pPr>
            <a:lvl9pPr algn="l">
              <a:defRPr sz="17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85BEB"/>
                </a:solidFill>
              </a:defRPr>
            </a:pPr>
            <a:r>
              <a:rPr sz="1725" b="1">
                <a:solidFill>
                  <a:srgbClr val="285BEB"/>
                </a:solidFill>
              </a:rPr>
              <a:t>Итоговые решения по структуре и сценарию проекта обсуждались совместно.</a:t>
            </a:r>
          </a:p>
        </p:txBody>
      </p:sp>
    </p:spTree>
    <p:extLst>
      <p:ext uri="{BB962C8B-B14F-4D97-AF65-F5344CB8AC3E}">
        <p14:creationId xmlns:p14="http://schemas.microsoft.com/office/powerpoint/2010/main" val="20890138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824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E0A40B-7B7C-4127-8143-AA956406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72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</a:defRPr>
            </a:defPPr>
            <a:lvl1pPr algn="l">
              <a:defRPr sz="1875" b="1">
                <a:solidFill>
                  <a:srgbClr val="FFFFFF"/>
                </a:solidFill>
              </a:defRPr>
            </a:lvl1pPr>
            <a:lvl2pPr algn="l">
              <a:defRPr sz="1875" b="1">
                <a:solidFill>
                  <a:srgbClr val="FFFFFF"/>
                </a:solidFill>
              </a:defRPr>
            </a:lvl2pPr>
            <a:lvl3pPr algn="l">
              <a:defRPr sz="1875" b="1">
                <a:solidFill>
                  <a:srgbClr val="FFFFFF"/>
                </a:solidFill>
              </a:defRPr>
            </a:lvl3pPr>
            <a:lvl4pPr algn="l">
              <a:defRPr sz="1875" b="1">
                <a:solidFill>
                  <a:srgbClr val="FFFFFF"/>
                </a:solidFill>
              </a:defRPr>
            </a:lvl4pPr>
            <a:lvl5pPr algn="l">
              <a:defRPr sz="1875" b="1">
                <a:solidFill>
                  <a:srgbClr val="FFFFFF"/>
                </a:solidFill>
              </a:defRPr>
            </a:lvl5pPr>
            <a:lvl6pPr algn="l">
              <a:defRPr sz="1875" b="1">
                <a:solidFill>
                  <a:srgbClr val="FFFFFF"/>
                </a:solidFill>
              </a:defRPr>
            </a:lvl6pPr>
            <a:lvl7pPr algn="l">
              <a:defRPr sz="1875" b="1">
                <a:solidFill>
                  <a:srgbClr val="FFFFFF"/>
                </a:solidFill>
              </a:defRPr>
            </a:lvl7pPr>
            <a:lvl8pPr algn="l">
              <a:defRPr sz="1875" b="1">
                <a:solidFill>
                  <a:srgbClr val="FFFFFF"/>
                </a:solidFill>
              </a:defRPr>
            </a:lvl8pPr>
            <a:lvl9pPr algn="l">
              <a:defRPr sz="18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658BCB-867C-4031-92F4-E1512240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85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8BA7FF"/>
                </a:solidFill>
              </a:defRPr>
            </a:defPPr>
            <a:lvl1pPr algn="l">
              <a:defRPr sz="1875" b="1">
                <a:solidFill>
                  <a:srgbClr val="8BA7FF"/>
                </a:solidFill>
              </a:defRPr>
            </a:lvl1pPr>
            <a:lvl2pPr algn="l">
              <a:defRPr sz="1875" b="1">
                <a:solidFill>
                  <a:srgbClr val="8BA7FF"/>
                </a:solidFill>
              </a:defRPr>
            </a:lvl2pPr>
            <a:lvl3pPr algn="l">
              <a:defRPr sz="1875" b="1">
                <a:solidFill>
                  <a:srgbClr val="8BA7FF"/>
                </a:solidFill>
              </a:defRPr>
            </a:lvl3pPr>
            <a:lvl4pPr algn="l">
              <a:defRPr sz="1875" b="1">
                <a:solidFill>
                  <a:srgbClr val="8BA7FF"/>
                </a:solidFill>
              </a:defRPr>
            </a:lvl4pPr>
            <a:lvl5pPr algn="l">
              <a:defRPr sz="1875" b="1">
                <a:solidFill>
                  <a:srgbClr val="8BA7FF"/>
                </a:solidFill>
              </a:defRPr>
            </a:lvl5pPr>
            <a:lvl6pPr algn="l">
              <a:defRPr sz="1875" b="1">
                <a:solidFill>
                  <a:srgbClr val="8BA7FF"/>
                </a:solidFill>
              </a:defRPr>
            </a:lvl6pPr>
            <a:lvl7pPr algn="l">
              <a:defRPr sz="1875" b="1">
                <a:solidFill>
                  <a:srgbClr val="8BA7FF"/>
                </a:solidFill>
              </a:defRPr>
            </a:lvl7pPr>
            <a:lvl8pPr algn="l">
              <a:defRPr sz="1875" b="1">
                <a:solidFill>
                  <a:srgbClr val="8BA7FF"/>
                </a:solidFill>
              </a:defRPr>
            </a:lvl8pPr>
            <a:lvl9pPr algn="l">
              <a:defRPr sz="1875" b="1">
                <a:solidFill>
                  <a:srgbClr val="8BA7FF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BA7FF"/>
                </a:solidFill>
              </a:defRPr>
            </a:pPr>
            <a:r>
              <a:rPr sz="1875" b="1">
                <a:solidFill>
                  <a:srgbClr val="8BA7FF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231728-8A02-45F7-A691-6E3A19D4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1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2B0D79-E7B6-4056-B211-43EBCF66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6202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8BA7FF"/>
                </a:solidFill>
              </a:defRPr>
            </a:defPPr>
            <a:lvl1pPr algn="l">
              <a:defRPr sz="975" b="1">
                <a:solidFill>
                  <a:srgbClr val="8BA7FF"/>
                </a:solidFill>
              </a:defRPr>
            </a:lvl1pPr>
            <a:lvl2pPr algn="l">
              <a:defRPr sz="975" b="1">
                <a:solidFill>
                  <a:srgbClr val="8BA7FF"/>
                </a:solidFill>
              </a:defRPr>
            </a:lvl2pPr>
            <a:lvl3pPr algn="l">
              <a:defRPr sz="975" b="1">
                <a:solidFill>
                  <a:srgbClr val="8BA7FF"/>
                </a:solidFill>
              </a:defRPr>
            </a:lvl3pPr>
            <a:lvl4pPr algn="l">
              <a:defRPr sz="975" b="1">
                <a:solidFill>
                  <a:srgbClr val="8BA7FF"/>
                </a:solidFill>
              </a:defRPr>
            </a:lvl4pPr>
            <a:lvl5pPr algn="l">
              <a:defRPr sz="975" b="1">
                <a:solidFill>
                  <a:srgbClr val="8BA7FF"/>
                </a:solidFill>
              </a:defRPr>
            </a:lvl5pPr>
            <a:lvl6pPr algn="l">
              <a:defRPr sz="975" b="1">
                <a:solidFill>
                  <a:srgbClr val="8BA7FF"/>
                </a:solidFill>
              </a:defRPr>
            </a:lvl6pPr>
            <a:lvl7pPr algn="l">
              <a:defRPr sz="975" b="1">
                <a:solidFill>
                  <a:srgbClr val="8BA7FF"/>
                </a:solidFill>
              </a:defRPr>
            </a:lvl7pPr>
            <a:lvl8pPr algn="l">
              <a:defRPr sz="975" b="1">
                <a:solidFill>
                  <a:srgbClr val="8BA7FF"/>
                </a:solidFill>
              </a:defRPr>
            </a:lvl8pPr>
            <a:lvl9pPr algn="l">
              <a:defRPr sz="975" b="1">
                <a:solidFill>
                  <a:srgbClr val="8BA7FF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8BA7FF"/>
                </a:solidFill>
              </a:defRPr>
            </a:pPr>
            <a:r>
              <a:rPr sz="975" b="1">
                <a:solidFill>
                  <a:srgbClr val="8BA7FF"/>
                </a:solidFill>
              </a:rPr>
              <a:t>ИТОГ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9D16D7-862D-4153-BE23-8191E23B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858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FFFFFF"/>
                </a:solidFill>
              </a:defRPr>
            </a:defPPr>
            <a:lvl1pPr algn="l">
              <a:defRPr sz="2850" b="1">
                <a:solidFill>
                  <a:srgbClr val="FFFFFF"/>
                </a:solidFill>
              </a:defRPr>
            </a:lvl1pPr>
            <a:lvl2pPr algn="l">
              <a:defRPr sz="2850" b="1">
                <a:solidFill>
                  <a:srgbClr val="FFFFFF"/>
                </a:solidFill>
              </a:defRPr>
            </a:lvl2pPr>
            <a:lvl3pPr algn="l">
              <a:defRPr sz="2850" b="1">
                <a:solidFill>
                  <a:srgbClr val="FFFFFF"/>
                </a:solidFill>
              </a:defRPr>
            </a:lvl3pPr>
            <a:lvl4pPr algn="l">
              <a:defRPr sz="2850" b="1">
                <a:solidFill>
                  <a:srgbClr val="FFFFFF"/>
                </a:solidFill>
              </a:defRPr>
            </a:lvl4pPr>
            <a:lvl5pPr algn="l">
              <a:defRPr sz="2850" b="1">
                <a:solidFill>
                  <a:srgbClr val="FFFFFF"/>
                </a:solidFill>
              </a:defRPr>
            </a:lvl5pPr>
            <a:lvl6pPr algn="l">
              <a:defRPr sz="2850" b="1">
                <a:solidFill>
                  <a:srgbClr val="FFFFFF"/>
                </a:solidFill>
              </a:defRPr>
            </a:lvl6pPr>
            <a:lvl7pPr algn="l">
              <a:defRPr sz="2850" b="1">
                <a:solidFill>
                  <a:srgbClr val="FFFFFF"/>
                </a:solidFill>
              </a:defRPr>
            </a:lvl7pPr>
            <a:lvl8pPr algn="l">
              <a:defRPr sz="2850" b="1">
                <a:solidFill>
                  <a:srgbClr val="FFFFFF"/>
                </a:solidFill>
              </a:defRPr>
            </a:lvl8pPr>
            <a:lvl9pPr algn="l">
              <a:defRPr sz="28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Что показывает итоговый прототип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87103B-F045-451B-A9F9-A8332644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1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A887B8-2413-4D1D-9BB3-9E6B9756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0">
                <a:solidFill>
                  <a:srgbClr val="99A6BF"/>
                </a:solidFill>
              </a:defRPr>
            </a:defPPr>
            <a:lvl1pPr algn="r">
              <a:defRPr sz="1050" b="0">
                <a:solidFill>
                  <a:srgbClr val="99A6BF"/>
                </a:solidFill>
              </a:defRPr>
            </a:lvl1pPr>
            <a:lvl2pPr algn="r">
              <a:defRPr sz="1050" b="0">
                <a:solidFill>
                  <a:srgbClr val="99A6BF"/>
                </a:solidFill>
              </a:defRPr>
            </a:lvl2pPr>
            <a:lvl3pPr algn="r">
              <a:defRPr sz="1050" b="0">
                <a:solidFill>
                  <a:srgbClr val="99A6BF"/>
                </a:solidFill>
              </a:defRPr>
            </a:lvl3pPr>
            <a:lvl4pPr algn="r">
              <a:defRPr sz="1050" b="0">
                <a:solidFill>
                  <a:srgbClr val="99A6BF"/>
                </a:solidFill>
              </a:defRPr>
            </a:lvl4pPr>
            <a:lvl5pPr algn="r">
              <a:defRPr sz="1050" b="0">
                <a:solidFill>
                  <a:srgbClr val="99A6BF"/>
                </a:solidFill>
              </a:defRPr>
            </a:lvl5pPr>
            <a:lvl6pPr algn="r">
              <a:defRPr sz="1050" b="0">
                <a:solidFill>
                  <a:srgbClr val="99A6BF"/>
                </a:solidFill>
              </a:defRPr>
            </a:lvl6pPr>
            <a:lvl7pPr algn="r">
              <a:defRPr sz="1050" b="0">
                <a:solidFill>
                  <a:srgbClr val="99A6BF"/>
                </a:solidFill>
              </a:defRPr>
            </a:lvl7pPr>
            <a:lvl8pPr algn="r">
              <a:defRPr sz="1050" b="0">
                <a:solidFill>
                  <a:srgbClr val="99A6BF"/>
                </a:solidFill>
              </a:defRPr>
            </a:lvl8pPr>
            <a:lvl9pPr algn="r">
              <a:defRPr sz="1050" b="0">
                <a:solidFill>
                  <a:srgbClr val="99A6BF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99A6BF"/>
                </a:solidFill>
              </a:defRPr>
            </a:pPr>
            <a:r>
              <a:rPr sz="1050" b="0">
                <a:solidFill>
                  <a:srgbClr val="99A6BF"/>
                </a:solidFill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E41D29-DFE2-4941-9A95-4DD08AEE1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10763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625" b="1">
                <a:solidFill>
                  <a:srgbClr val="FFFFFF"/>
                </a:solidFill>
              </a:defRPr>
            </a:defPPr>
            <a:lvl1pPr algn="l">
              <a:defRPr sz="2625" b="1">
                <a:solidFill>
                  <a:srgbClr val="FFFFFF"/>
                </a:solidFill>
              </a:defRPr>
            </a:lvl1pPr>
            <a:lvl2pPr algn="l">
              <a:defRPr sz="2625" b="1">
                <a:solidFill>
                  <a:srgbClr val="FFFFFF"/>
                </a:solidFill>
              </a:defRPr>
            </a:lvl2pPr>
            <a:lvl3pPr algn="l">
              <a:defRPr sz="2625" b="1">
                <a:solidFill>
                  <a:srgbClr val="FFFFFF"/>
                </a:solidFill>
              </a:defRPr>
            </a:lvl3pPr>
            <a:lvl4pPr algn="l">
              <a:defRPr sz="2625" b="1">
                <a:solidFill>
                  <a:srgbClr val="FFFFFF"/>
                </a:solidFill>
              </a:defRPr>
            </a:lvl4pPr>
            <a:lvl5pPr algn="l">
              <a:defRPr sz="2625" b="1">
                <a:solidFill>
                  <a:srgbClr val="FFFFFF"/>
                </a:solidFill>
              </a:defRPr>
            </a:lvl5pPr>
            <a:lvl6pPr algn="l">
              <a:defRPr sz="2625" b="1">
                <a:solidFill>
                  <a:srgbClr val="FFFFFF"/>
                </a:solidFill>
              </a:defRPr>
            </a:lvl6pPr>
            <a:lvl7pPr algn="l">
              <a:defRPr sz="2625" b="1">
                <a:solidFill>
                  <a:srgbClr val="FFFFFF"/>
                </a:solidFill>
              </a:defRPr>
            </a:lvl7pPr>
            <a:lvl8pPr algn="l">
              <a:defRPr sz="2625" b="1">
                <a:solidFill>
                  <a:srgbClr val="FFFFFF"/>
                </a:solidFill>
              </a:defRPr>
            </a:lvl8pPr>
            <a:lvl9pPr algn="l">
              <a:defRPr sz="26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FFFFFF"/>
                </a:solidFill>
              </a:defRPr>
            </a:pPr>
            <a:r>
              <a:rPr sz="2625" b="1">
                <a:solidFill>
                  <a:srgbClr val="FFFFFF"/>
                </a:solidFill>
              </a:rPr>
              <a:t>Каталог → наценка → заказ → подтверждение → оплата → отправление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1EBC32-01BC-49A3-A7DE-6B62BDF45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33800"/>
            <a:ext cx="10706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1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AC8FBD-035B-4A54-A302-DD5BD5720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86225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AFC2FF"/>
                </a:solidFill>
              </a:defRPr>
            </a:defPPr>
            <a:lvl1pPr algn="l">
              <a:defRPr sz="2100" b="1">
                <a:solidFill>
                  <a:srgbClr val="AFC2FF"/>
                </a:solidFill>
              </a:defRPr>
            </a:lvl1pPr>
            <a:lvl2pPr algn="l">
              <a:defRPr sz="2100" b="1">
                <a:solidFill>
                  <a:srgbClr val="AFC2FF"/>
                </a:solidFill>
              </a:defRPr>
            </a:lvl2pPr>
            <a:lvl3pPr algn="l">
              <a:defRPr sz="2100" b="1">
                <a:solidFill>
                  <a:srgbClr val="AFC2FF"/>
                </a:solidFill>
              </a:defRPr>
            </a:lvl3pPr>
            <a:lvl4pPr algn="l">
              <a:defRPr sz="2100" b="1">
                <a:solidFill>
                  <a:srgbClr val="AFC2FF"/>
                </a:solidFill>
              </a:defRPr>
            </a:lvl4pPr>
            <a:lvl5pPr algn="l">
              <a:defRPr sz="2100" b="1">
                <a:solidFill>
                  <a:srgbClr val="AFC2FF"/>
                </a:solidFill>
              </a:defRPr>
            </a:lvl5pPr>
            <a:lvl6pPr algn="l">
              <a:defRPr sz="2100" b="1">
                <a:solidFill>
                  <a:srgbClr val="AFC2FF"/>
                </a:solidFill>
              </a:defRPr>
            </a:lvl6pPr>
            <a:lvl7pPr algn="l">
              <a:defRPr sz="2100" b="1">
                <a:solidFill>
                  <a:srgbClr val="AFC2FF"/>
                </a:solidFill>
              </a:defRPr>
            </a:lvl7pPr>
            <a:lvl8pPr algn="l">
              <a:defRPr sz="2100" b="1">
                <a:solidFill>
                  <a:srgbClr val="AFC2FF"/>
                </a:solidFill>
              </a:defRPr>
            </a:lvl8pPr>
            <a:lvl9pPr algn="l">
              <a:defRPr sz="2100" b="1">
                <a:solidFill>
                  <a:srgbClr val="AFC2FF"/>
                </a:solidFill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AFC2FF"/>
                </a:solidFill>
              </a:defRPr>
            </a:pPr>
            <a:r>
              <a:rPr sz="2100" b="1">
                <a:solidFill>
                  <a:srgbClr val="AFC2FF"/>
                </a:solidFill>
              </a:rPr>
              <a:t>Три роли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F5B7B9-C44D-4F26-B2B7-89553CB9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086225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AFC2FF"/>
                </a:solidFill>
              </a:defRPr>
            </a:defPPr>
            <a:lvl1pPr algn="l">
              <a:defRPr sz="2100" b="1">
                <a:solidFill>
                  <a:srgbClr val="AFC2FF"/>
                </a:solidFill>
              </a:defRPr>
            </a:lvl1pPr>
            <a:lvl2pPr algn="l">
              <a:defRPr sz="2100" b="1">
                <a:solidFill>
                  <a:srgbClr val="AFC2FF"/>
                </a:solidFill>
              </a:defRPr>
            </a:lvl2pPr>
            <a:lvl3pPr algn="l">
              <a:defRPr sz="2100" b="1">
                <a:solidFill>
                  <a:srgbClr val="AFC2FF"/>
                </a:solidFill>
              </a:defRPr>
            </a:lvl3pPr>
            <a:lvl4pPr algn="l">
              <a:defRPr sz="2100" b="1">
                <a:solidFill>
                  <a:srgbClr val="AFC2FF"/>
                </a:solidFill>
              </a:defRPr>
            </a:lvl4pPr>
            <a:lvl5pPr algn="l">
              <a:defRPr sz="2100" b="1">
                <a:solidFill>
                  <a:srgbClr val="AFC2FF"/>
                </a:solidFill>
              </a:defRPr>
            </a:lvl5pPr>
            <a:lvl6pPr algn="l">
              <a:defRPr sz="2100" b="1">
                <a:solidFill>
                  <a:srgbClr val="AFC2FF"/>
                </a:solidFill>
              </a:defRPr>
            </a:lvl6pPr>
            <a:lvl7pPr algn="l">
              <a:defRPr sz="2100" b="1">
                <a:solidFill>
                  <a:srgbClr val="AFC2FF"/>
                </a:solidFill>
              </a:defRPr>
            </a:lvl7pPr>
            <a:lvl8pPr algn="l">
              <a:defRPr sz="2100" b="1">
                <a:solidFill>
                  <a:srgbClr val="AFC2FF"/>
                </a:solidFill>
              </a:defRPr>
            </a:lvl8pPr>
            <a:lvl9pPr algn="l">
              <a:defRPr sz="2100" b="1">
                <a:solidFill>
                  <a:srgbClr val="AFC2FF"/>
                </a:solidFill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AFC2FF"/>
                </a:solidFill>
              </a:defRPr>
            </a:pPr>
            <a:r>
              <a:rPr sz="2100" b="1">
                <a:solidFill>
                  <a:srgbClr val="AFC2FF"/>
                </a:solidFill>
              </a:rPr>
              <a:t>Единый заказ DC-0101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67C344-44A9-4623-9D11-CF39F8DA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0862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AFC2FF"/>
                </a:solidFill>
              </a:defRPr>
            </a:defPPr>
            <a:lvl1pPr algn="l">
              <a:defRPr sz="2100" b="1">
                <a:solidFill>
                  <a:srgbClr val="AFC2FF"/>
                </a:solidFill>
              </a:defRPr>
            </a:lvl1pPr>
            <a:lvl2pPr algn="l">
              <a:defRPr sz="2100" b="1">
                <a:solidFill>
                  <a:srgbClr val="AFC2FF"/>
                </a:solidFill>
              </a:defRPr>
            </a:lvl2pPr>
            <a:lvl3pPr algn="l">
              <a:defRPr sz="2100" b="1">
                <a:solidFill>
                  <a:srgbClr val="AFC2FF"/>
                </a:solidFill>
              </a:defRPr>
            </a:lvl3pPr>
            <a:lvl4pPr algn="l">
              <a:defRPr sz="2100" b="1">
                <a:solidFill>
                  <a:srgbClr val="AFC2FF"/>
                </a:solidFill>
              </a:defRPr>
            </a:lvl4pPr>
            <a:lvl5pPr algn="l">
              <a:defRPr sz="2100" b="1">
                <a:solidFill>
                  <a:srgbClr val="AFC2FF"/>
                </a:solidFill>
              </a:defRPr>
            </a:lvl5pPr>
            <a:lvl6pPr algn="l">
              <a:defRPr sz="2100" b="1">
                <a:solidFill>
                  <a:srgbClr val="AFC2FF"/>
                </a:solidFill>
              </a:defRPr>
            </a:lvl6pPr>
            <a:lvl7pPr algn="l">
              <a:defRPr sz="2100" b="1">
                <a:solidFill>
                  <a:srgbClr val="AFC2FF"/>
                </a:solidFill>
              </a:defRPr>
            </a:lvl7pPr>
            <a:lvl8pPr algn="l">
              <a:defRPr sz="2100" b="1">
                <a:solidFill>
                  <a:srgbClr val="AFC2FF"/>
                </a:solidFill>
              </a:defRPr>
            </a:lvl8pPr>
            <a:lvl9pPr algn="l">
              <a:defRPr sz="2100" b="1">
                <a:solidFill>
                  <a:srgbClr val="AFC2FF"/>
                </a:solidFill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AFC2FF"/>
                </a:solidFill>
              </a:defRPr>
            </a:pPr>
            <a:r>
              <a:rPr sz="2100" b="1">
                <a:solidFill>
                  <a:srgbClr val="AFC2FF"/>
                </a:solidFill>
              </a:rPr>
              <a:t>Интерактивный макет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47CA3A-2B62-4F75-866D-8830CC1E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57800"/>
            <a:ext cx="6572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</a:defRPr>
            </a:defPPr>
            <a:lvl1pPr algn="l">
              <a:defRPr sz="1650" b="1">
                <a:solidFill>
                  <a:srgbClr val="FFFFFF"/>
                </a:solidFill>
              </a:defRPr>
            </a:lvl1pPr>
            <a:lvl2pPr algn="l">
              <a:defRPr sz="1650" b="1">
                <a:solidFill>
                  <a:srgbClr val="FFFFFF"/>
                </a:solidFill>
              </a:defRPr>
            </a:lvl2pPr>
            <a:lvl3pPr algn="l">
              <a:defRPr sz="1650" b="1">
                <a:solidFill>
                  <a:srgbClr val="FFFFFF"/>
                </a:solidFill>
              </a:defRPr>
            </a:lvl3pPr>
            <a:lvl4pPr algn="l">
              <a:defRPr sz="1650" b="1">
                <a:solidFill>
                  <a:srgbClr val="FFFFFF"/>
                </a:solidFill>
              </a:defRPr>
            </a:lvl4pPr>
            <a:lvl5pPr algn="l">
              <a:defRPr sz="1650" b="1">
                <a:solidFill>
                  <a:srgbClr val="FFFFFF"/>
                </a:solidFill>
              </a:defRPr>
            </a:lvl5pPr>
            <a:lvl6pPr algn="l">
              <a:defRPr sz="1650" b="1">
                <a:solidFill>
                  <a:srgbClr val="FFFFFF"/>
                </a:solidFill>
              </a:defRPr>
            </a:lvl6pPr>
            <a:lvl7pPr algn="l">
              <a:defRPr sz="1650" b="1">
                <a:solidFill>
                  <a:srgbClr val="FFFFFF"/>
                </a:solidFill>
              </a:defRPr>
            </a:lvl7pPr>
            <a:lvl8pPr algn="l">
              <a:defRPr sz="1650" b="1">
                <a:solidFill>
                  <a:srgbClr val="FFFFFF"/>
                </a:solidFill>
              </a:defRPr>
            </a:lvl8pPr>
            <a:lvl9pPr algn="l">
              <a:defRPr sz="16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Демонстрация: Figma DropCRM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BBFA2A-D1BE-478C-BB4C-C148874E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76900"/>
            <a:ext cx="704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AFC2D5"/>
                </a:solidFill>
              </a:defRPr>
            </a:defPPr>
            <a:lvl1pPr algn="l">
              <a:defRPr sz="1425" b="0">
                <a:solidFill>
                  <a:srgbClr val="AFC2D5"/>
                </a:solidFill>
              </a:defRPr>
            </a:lvl1pPr>
            <a:lvl2pPr algn="l">
              <a:defRPr sz="1425" b="0">
                <a:solidFill>
                  <a:srgbClr val="AFC2D5"/>
                </a:solidFill>
              </a:defRPr>
            </a:lvl2pPr>
            <a:lvl3pPr algn="l">
              <a:defRPr sz="1425" b="0">
                <a:solidFill>
                  <a:srgbClr val="AFC2D5"/>
                </a:solidFill>
              </a:defRPr>
            </a:lvl3pPr>
            <a:lvl4pPr algn="l">
              <a:defRPr sz="1425" b="0">
                <a:solidFill>
                  <a:srgbClr val="AFC2D5"/>
                </a:solidFill>
              </a:defRPr>
            </a:lvl4pPr>
            <a:lvl5pPr algn="l">
              <a:defRPr sz="1425" b="0">
                <a:solidFill>
                  <a:srgbClr val="AFC2D5"/>
                </a:solidFill>
              </a:defRPr>
            </a:lvl5pPr>
            <a:lvl6pPr algn="l">
              <a:defRPr sz="1425" b="0">
                <a:solidFill>
                  <a:srgbClr val="AFC2D5"/>
                </a:solidFill>
              </a:defRPr>
            </a:lvl6pPr>
            <a:lvl7pPr algn="l">
              <a:defRPr sz="1425" b="0">
                <a:solidFill>
                  <a:srgbClr val="AFC2D5"/>
                </a:solidFill>
              </a:defRPr>
            </a:lvl7pPr>
            <a:lvl8pPr algn="l">
              <a:defRPr sz="1425" b="0">
                <a:solidFill>
                  <a:srgbClr val="AFC2D5"/>
                </a:solidFill>
              </a:defRPr>
            </a:lvl8pPr>
            <a:lvl9pPr algn="l">
              <a:defRPr sz="1425" b="0">
                <a:solidFill>
                  <a:srgbClr val="AFC2D5"/>
                </a:solidFill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AFC2D5"/>
                </a:solidFill>
              </a:defRPr>
            </a:pPr>
            <a:r>
              <a:rPr sz="1425" b="0">
                <a:solidFill>
                  <a:srgbClr val="AFC2D5"/>
                </a:solidFill>
              </a:rPr>
              <a:t>github.com/wertyqazx/DropCRM</a:t>
            </a:r>
          </a:p>
        </p:txBody>
      </p:sp>
    </p:spTree>
    <p:extLst>
      <p:ext uri="{BB962C8B-B14F-4D97-AF65-F5344CB8AC3E}">
        <p14:creationId xmlns:p14="http://schemas.microsoft.com/office/powerpoint/2010/main" val="14051387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2026-10-30T01:49:12.0030000Z</dcterms:created>
  <dcterms:modified xsi:type="dcterms:W3CDTF">2026-10-30T01:49:12.0030000Z</dcterms:modified>
</coreProperties>
</file>